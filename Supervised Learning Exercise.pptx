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1081" r:id="rId5"/>
    <p:sldId id="7399" r:id="rId6"/>
    <p:sldId id="7476" r:id="rId7"/>
    <p:sldId id="7482" r:id="rId8"/>
    <p:sldId id="7474" r:id="rId9"/>
    <p:sldId id="7477" r:id="rId10"/>
    <p:sldId id="7480" r:id="rId11"/>
    <p:sldId id="7483" r:id="rId12"/>
    <p:sldId id="7475" r:id="rId13"/>
    <p:sldId id="7478" r:id="rId14"/>
    <p:sldId id="748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E"/>
    <a:srgbClr val="CECECE"/>
    <a:srgbClr val="E06906"/>
    <a:srgbClr val="DF9707"/>
    <a:srgbClr val="DFE2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39EB24-7C50-4465-8204-41909D709C7D}" v="6" dt="2026-07-21T09:54:15.097"/>
    <p1510:client id="{AD9E4059-341D-4E4A-A5B8-BB8DCB616E5D}" v="564" dt="2026-07-21T12:59:03.0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g, Liqiu" userId="f4216566-c520-4c35-81dc-b8cdc2f1acf5" providerId="ADAL" clId="{52851A0C-7F0C-4F78-BD8E-687BFBFF0E18}"/>
    <pc:docChg chg="undo custSel addSld delSld modSld sldOrd">
      <pc:chgData name="Dong, Liqiu" userId="f4216566-c520-4c35-81dc-b8cdc2f1acf5" providerId="ADAL" clId="{52851A0C-7F0C-4F78-BD8E-687BFBFF0E18}" dt="2026-07-21T09:54:15.097" v="1455" actId="14100"/>
      <pc:docMkLst>
        <pc:docMk/>
      </pc:docMkLst>
      <pc:sldChg chg="delSp modSp mod modNotesTx">
        <pc:chgData name="Dong, Liqiu" userId="f4216566-c520-4c35-81dc-b8cdc2f1acf5" providerId="ADAL" clId="{52851A0C-7F0C-4F78-BD8E-687BFBFF0E18}" dt="2026-07-17T11:30:07.852" v="1155" actId="20577"/>
        <pc:sldMkLst>
          <pc:docMk/>
          <pc:sldMk cId="3893874856" sldId="1081"/>
        </pc:sldMkLst>
        <pc:spChg chg="mod">
          <ac:chgData name="Dong, Liqiu" userId="f4216566-c520-4c35-81dc-b8cdc2f1acf5" providerId="ADAL" clId="{52851A0C-7F0C-4F78-BD8E-687BFBFF0E18}" dt="2026-07-16T20:34:13.607" v="699" actId="1038"/>
          <ac:spMkLst>
            <pc:docMk/>
            <pc:sldMk cId="3893874856" sldId="1081"/>
            <ac:spMk id="2" creationId="{00000000-0000-0000-0000-000000000000}"/>
          </ac:spMkLst>
        </pc:spChg>
      </pc:sldChg>
      <pc:sldChg chg="addSp delSp modSp mod">
        <pc:chgData name="Dong, Liqiu" userId="f4216566-c520-4c35-81dc-b8cdc2f1acf5" providerId="ADAL" clId="{52851A0C-7F0C-4F78-BD8E-687BFBFF0E18}" dt="2026-07-20T20:37:58.107" v="1392" actId="20577"/>
        <pc:sldMkLst>
          <pc:docMk/>
          <pc:sldMk cId="4097226122" sldId="7399"/>
        </pc:sldMkLst>
        <pc:spChg chg="add mod">
          <ac:chgData name="Dong, Liqiu" userId="f4216566-c520-4c35-81dc-b8cdc2f1acf5" providerId="ADAL" clId="{52851A0C-7F0C-4F78-BD8E-687BFBFF0E18}" dt="2026-07-16T20:41:09.082" v="795" actId="1035"/>
          <ac:spMkLst>
            <pc:docMk/>
            <pc:sldMk cId="4097226122" sldId="7399"/>
            <ac:spMk id="39" creationId="{A0CECF98-D94A-0A88-B856-DC48E08FD496}"/>
          </ac:spMkLst>
        </pc:spChg>
        <pc:spChg chg="add mod">
          <ac:chgData name="Dong, Liqiu" userId="f4216566-c520-4c35-81dc-b8cdc2f1acf5" providerId="ADAL" clId="{52851A0C-7F0C-4F78-BD8E-687BFBFF0E18}" dt="2026-07-16T20:26:14.043" v="642" actId="1036"/>
          <ac:spMkLst>
            <pc:docMk/>
            <pc:sldMk cId="4097226122" sldId="7399"/>
            <ac:spMk id="40" creationId="{171412B7-06A7-25B7-52CF-B5027A03AEE1}"/>
          </ac:spMkLst>
        </pc:spChg>
        <pc:spChg chg="add mod">
          <ac:chgData name="Dong, Liqiu" userId="f4216566-c520-4c35-81dc-b8cdc2f1acf5" providerId="ADAL" clId="{52851A0C-7F0C-4F78-BD8E-687BFBFF0E18}" dt="2026-07-16T20:26:10.718" v="630" actId="1036"/>
          <ac:spMkLst>
            <pc:docMk/>
            <pc:sldMk cId="4097226122" sldId="7399"/>
            <ac:spMk id="41" creationId="{8DE7C600-9705-4B56-92C7-F62D5F055EEC}"/>
          </ac:spMkLst>
        </pc:spChg>
        <pc:spChg chg="add mod">
          <ac:chgData name="Dong, Liqiu" userId="f4216566-c520-4c35-81dc-b8cdc2f1acf5" providerId="ADAL" clId="{52851A0C-7F0C-4F78-BD8E-687BFBFF0E18}" dt="2026-07-16T20:41:14.605" v="815" actId="1035"/>
          <ac:spMkLst>
            <pc:docMk/>
            <pc:sldMk cId="4097226122" sldId="7399"/>
            <ac:spMk id="43" creationId="{ACF66485-6E51-31B9-1059-BC2DF1E58F30}"/>
          </ac:spMkLst>
        </pc:spChg>
        <pc:spChg chg="add mod">
          <ac:chgData name="Dong, Liqiu" userId="f4216566-c520-4c35-81dc-b8cdc2f1acf5" providerId="ADAL" clId="{52851A0C-7F0C-4F78-BD8E-687BFBFF0E18}" dt="2026-07-17T11:23:49.398" v="1102" actId="207"/>
          <ac:spMkLst>
            <pc:docMk/>
            <pc:sldMk cId="4097226122" sldId="7399"/>
            <ac:spMk id="46" creationId="{F93FB20A-2C43-AC18-F652-2F7E05379AF4}"/>
          </ac:spMkLst>
        </pc:spChg>
        <pc:spChg chg="add mod">
          <ac:chgData name="Dong, Liqiu" userId="f4216566-c520-4c35-81dc-b8cdc2f1acf5" providerId="ADAL" clId="{52851A0C-7F0C-4F78-BD8E-687BFBFF0E18}" dt="2026-07-17T11:23:51.589" v="1103" actId="207"/>
          <ac:spMkLst>
            <pc:docMk/>
            <pc:sldMk cId="4097226122" sldId="7399"/>
            <ac:spMk id="48" creationId="{E0721D51-AF54-EC64-1B02-6757A6CFBC17}"/>
          </ac:spMkLst>
        </pc:spChg>
        <pc:spChg chg="mod">
          <ac:chgData name="Dong, Liqiu" userId="f4216566-c520-4c35-81dc-b8cdc2f1acf5" providerId="ADAL" clId="{52851A0C-7F0C-4F78-BD8E-687BFBFF0E18}" dt="2026-07-16T20:39:53.561" v="764"/>
          <ac:spMkLst>
            <pc:docMk/>
            <pc:sldMk cId="4097226122" sldId="7399"/>
            <ac:spMk id="53" creationId="{D5765E8A-A0FC-FDDD-E9D1-55C7FCEA40F2}"/>
          </ac:spMkLst>
        </pc:spChg>
        <pc:spChg chg="mod">
          <ac:chgData name="Dong, Liqiu" userId="f4216566-c520-4c35-81dc-b8cdc2f1acf5" providerId="ADAL" clId="{52851A0C-7F0C-4F78-BD8E-687BFBFF0E18}" dt="2026-07-20T20:37:58.107" v="1392" actId="20577"/>
          <ac:spMkLst>
            <pc:docMk/>
            <pc:sldMk cId="4097226122" sldId="7399"/>
            <ac:spMk id="55" creationId="{566EAB03-5B7C-B54B-38CB-844992CA8E67}"/>
          </ac:spMkLst>
        </pc:spChg>
        <pc:spChg chg="mod">
          <ac:chgData name="Dong, Liqiu" userId="f4216566-c520-4c35-81dc-b8cdc2f1acf5" providerId="ADAL" clId="{52851A0C-7F0C-4F78-BD8E-687BFBFF0E18}" dt="2026-07-16T20:39:55.121" v="765"/>
          <ac:spMkLst>
            <pc:docMk/>
            <pc:sldMk cId="4097226122" sldId="7399"/>
            <ac:spMk id="57" creationId="{2BC557AC-9111-6233-4545-C66CE5BB862A}"/>
          </ac:spMkLst>
        </pc:spChg>
        <pc:grpChg chg="add mod">
          <ac:chgData name="Dong, Liqiu" userId="f4216566-c520-4c35-81dc-b8cdc2f1acf5" providerId="ADAL" clId="{52851A0C-7F0C-4F78-BD8E-687BFBFF0E18}" dt="2026-07-16T20:41:20.573" v="845" actId="1035"/>
          <ac:grpSpMkLst>
            <pc:docMk/>
            <pc:sldMk cId="4097226122" sldId="7399"/>
            <ac:grpSpMk id="51" creationId="{5CE4536F-3A60-A720-2B8D-A279FF9B466F}"/>
          </ac:grpSpMkLst>
        </pc:grpChg>
        <pc:grpChg chg="add mod">
          <ac:chgData name="Dong, Liqiu" userId="f4216566-c520-4c35-81dc-b8cdc2f1acf5" providerId="ADAL" clId="{52851A0C-7F0C-4F78-BD8E-687BFBFF0E18}" dt="2026-07-16T20:41:35.461" v="876" actId="1076"/>
          <ac:grpSpMkLst>
            <pc:docMk/>
            <pc:sldMk cId="4097226122" sldId="7399"/>
            <ac:grpSpMk id="54" creationId="{775856E1-0CF0-BE75-B959-33F2DC7662AA}"/>
          </ac:grpSpMkLst>
        </pc:grpChg>
        <pc:picChg chg="mod">
          <ac:chgData name="Dong, Liqiu" userId="f4216566-c520-4c35-81dc-b8cdc2f1acf5" providerId="ADAL" clId="{52851A0C-7F0C-4F78-BD8E-687BFBFF0E18}" dt="2026-07-16T20:39:53.561" v="764"/>
          <ac:picMkLst>
            <pc:docMk/>
            <pc:sldMk cId="4097226122" sldId="7399"/>
            <ac:picMk id="52" creationId="{6E850F9E-BE13-2C14-5ABF-B06440795B66}"/>
          </ac:picMkLst>
        </pc:picChg>
        <pc:picChg chg="mod">
          <ac:chgData name="Dong, Liqiu" userId="f4216566-c520-4c35-81dc-b8cdc2f1acf5" providerId="ADAL" clId="{52851A0C-7F0C-4F78-BD8E-687BFBFF0E18}" dt="2026-07-16T20:39:55.121" v="765"/>
          <ac:picMkLst>
            <pc:docMk/>
            <pc:sldMk cId="4097226122" sldId="7399"/>
            <ac:picMk id="56" creationId="{95BA0FBD-CC0F-8926-5AF3-E97E77F5E8DD}"/>
          </ac:picMkLst>
        </pc:picChg>
        <pc:cxnChg chg="mod">
          <ac:chgData name="Dong, Liqiu" userId="f4216566-c520-4c35-81dc-b8cdc2f1acf5" providerId="ADAL" clId="{52851A0C-7F0C-4F78-BD8E-687BFBFF0E18}" dt="2026-07-16T20:27:12.277" v="646" actId="14100"/>
          <ac:cxnSpMkLst>
            <pc:docMk/>
            <pc:sldMk cId="4097226122" sldId="7399"/>
            <ac:cxnSpMk id="4" creationId="{54BE6232-BD21-776C-9BC2-FE386A6B105D}"/>
          </ac:cxnSpMkLst>
        </pc:cxnChg>
      </pc:sldChg>
      <pc:sldChg chg="addSp delSp modSp add mod">
        <pc:chgData name="Dong, Liqiu" userId="f4216566-c520-4c35-81dc-b8cdc2f1acf5" providerId="ADAL" clId="{52851A0C-7F0C-4F78-BD8E-687BFBFF0E18}" dt="2026-07-17T11:13:32.451" v="975" actId="14100"/>
        <pc:sldMkLst>
          <pc:docMk/>
          <pc:sldMk cId="1833492714" sldId="7474"/>
        </pc:sldMkLst>
        <pc:spChg chg="add mod">
          <ac:chgData name="Dong, Liqiu" userId="f4216566-c520-4c35-81dc-b8cdc2f1acf5" providerId="ADAL" clId="{52851A0C-7F0C-4F78-BD8E-687BFBFF0E18}" dt="2026-07-16T20:27:47.177" v="656" actId="14100"/>
          <ac:spMkLst>
            <pc:docMk/>
            <pc:sldMk cId="1833492714" sldId="7474"/>
            <ac:spMk id="3" creationId="{41C27264-CAD3-FA80-1C06-2BF94482E09B}"/>
          </ac:spMkLst>
        </pc:spChg>
        <pc:spChg chg="add mod">
          <ac:chgData name="Dong, Liqiu" userId="f4216566-c520-4c35-81dc-b8cdc2f1acf5" providerId="ADAL" clId="{52851A0C-7F0C-4F78-BD8E-687BFBFF0E18}" dt="2026-07-16T20:39:40.663" v="761" actId="164"/>
          <ac:spMkLst>
            <pc:docMk/>
            <pc:sldMk cId="1833492714" sldId="7474"/>
            <ac:spMk id="22" creationId="{73976D9B-9770-661E-4C36-CB0C6EE32CC6}"/>
          </ac:spMkLst>
        </pc:spChg>
        <pc:spChg chg="add mod">
          <ac:chgData name="Dong, Liqiu" userId="f4216566-c520-4c35-81dc-b8cdc2f1acf5" providerId="ADAL" clId="{52851A0C-7F0C-4F78-BD8E-687BFBFF0E18}" dt="2026-07-17T11:13:32.451" v="975" actId="14100"/>
          <ac:spMkLst>
            <pc:docMk/>
            <pc:sldMk cId="1833492714" sldId="7474"/>
            <ac:spMk id="25" creationId="{0E24453A-E1FA-41E9-BF70-2BA8FD1C6B2C}"/>
          </ac:spMkLst>
        </pc:spChg>
        <pc:grpChg chg="add mod">
          <ac:chgData name="Dong, Liqiu" userId="f4216566-c520-4c35-81dc-b8cdc2f1acf5" providerId="ADAL" clId="{52851A0C-7F0C-4F78-BD8E-687BFBFF0E18}" dt="2026-07-16T20:39:40.663" v="761" actId="164"/>
          <ac:grpSpMkLst>
            <pc:docMk/>
            <pc:sldMk cId="1833492714" sldId="7474"/>
            <ac:grpSpMk id="23" creationId="{B71C561A-4E03-3370-B337-17ECA22CABB5}"/>
          </ac:grpSpMkLst>
        </pc:grpChg>
        <pc:picChg chg="add mod">
          <ac:chgData name="Dong, Liqiu" userId="f4216566-c520-4c35-81dc-b8cdc2f1acf5" providerId="ADAL" clId="{52851A0C-7F0C-4F78-BD8E-687BFBFF0E18}" dt="2026-07-16T20:39:40.663" v="761" actId="164"/>
          <ac:picMkLst>
            <pc:docMk/>
            <pc:sldMk cId="1833492714" sldId="7474"/>
            <ac:picMk id="13" creationId="{EC249B96-019C-FFB5-1DCE-8BD3FD9DF3CF}"/>
          </ac:picMkLst>
        </pc:picChg>
        <pc:cxnChg chg="add mod">
          <ac:chgData name="Dong, Liqiu" userId="f4216566-c520-4c35-81dc-b8cdc2f1acf5" providerId="ADAL" clId="{52851A0C-7F0C-4F78-BD8E-687BFBFF0E18}" dt="2026-07-16T20:28:02.994" v="659" actId="14100"/>
          <ac:cxnSpMkLst>
            <pc:docMk/>
            <pc:sldMk cId="1833492714" sldId="7474"/>
            <ac:cxnSpMk id="5" creationId="{4CA87656-4DD0-FAE4-5FCF-477F8EE5F622}"/>
          </ac:cxnSpMkLst>
        </pc:cxnChg>
      </pc:sldChg>
      <pc:sldChg chg="addSp delSp modSp add mod">
        <pc:chgData name="Dong, Liqiu" userId="f4216566-c520-4c35-81dc-b8cdc2f1acf5" providerId="ADAL" clId="{52851A0C-7F0C-4F78-BD8E-687BFBFF0E18}" dt="2026-07-17T11:13:38.736" v="977" actId="14100"/>
        <pc:sldMkLst>
          <pc:docMk/>
          <pc:sldMk cId="916530189" sldId="7475"/>
        </pc:sldMkLst>
        <pc:spChg chg="add mod">
          <ac:chgData name="Dong, Liqiu" userId="f4216566-c520-4c35-81dc-b8cdc2f1acf5" providerId="ADAL" clId="{52851A0C-7F0C-4F78-BD8E-687BFBFF0E18}" dt="2026-07-16T20:28:30.328" v="669" actId="14100"/>
          <ac:spMkLst>
            <pc:docMk/>
            <pc:sldMk cId="916530189" sldId="7475"/>
            <ac:spMk id="7" creationId="{BD9C5D49-4BBA-AE25-9F21-3AE8A8426CFC}"/>
          </ac:spMkLst>
        </pc:spChg>
        <pc:spChg chg="add mod">
          <ac:chgData name="Dong, Liqiu" userId="f4216566-c520-4c35-81dc-b8cdc2f1acf5" providerId="ADAL" clId="{52851A0C-7F0C-4F78-BD8E-687BFBFF0E18}" dt="2026-07-16T20:39:34.612" v="758" actId="164"/>
          <ac:spMkLst>
            <pc:docMk/>
            <pc:sldMk cId="916530189" sldId="7475"/>
            <ac:spMk id="23" creationId="{A00F462C-A524-AE31-9517-7A5A2A67E0A8}"/>
          </ac:spMkLst>
        </pc:spChg>
        <pc:spChg chg="add mod">
          <ac:chgData name="Dong, Liqiu" userId="f4216566-c520-4c35-81dc-b8cdc2f1acf5" providerId="ADAL" clId="{52851A0C-7F0C-4F78-BD8E-687BFBFF0E18}" dt="2026-07-17T11:13:38.736" v="977" actId="14100"/>
          <ac:spMkLst>
            <pc:docMk/>
            <pc:sldMk cId="916530189" sldId="7475"/>
            <ac:spMk id="26" creationId="{EA337A2B-5358-488C-1C61-6F36153F71AD}"/>
          </ac:spMkLst>
        </pc:spChg>
        <pc:grpChg chg="add mod">
          <ac:chgData name="Dong, Liqiu" userId="f4216566-c520-4c35-81dc-b8cdc2f1acf5" providerId="ADAL" clId="{52851A0C-7F0C-4F78-BD8E-687BFBFF0E18}" dt="2026-07-16T20:39:36.186" v="760" actId="1076"/>
          <ac:grpSpMkLst>
            <pc:docMk/>
            <pc:sldMk cId="916530189" sldId="7475"/>
            <ac:grpSpMk id="25" creationId="{A7D72BC4-9D7D-18BD-9779-48F95D5A628E}"/>
          </ac:grpSpMkLst>
        </pc:grpChg>
        <pc:picChg chg="add mod">
          <ac:chgData name="Dong, Liqiu" userId="f4216566-c520-4c35-81dc-b8cdc2f1acf5" providerId="ADAL" clId="{52851A0C-7F0C-4F78-BD8E-687BFBFF0E18}" dt="2026-07-16T20:39:34.612" v="758" actId="164"/>
          <ac:picMkLst>
            <pc:docMk/>
            <pc:sldMk cId="916530189" sldId="7475"/>
            <ac:picMk id="13" creationId="{12614836-62C1-FFC6-6592-71523AF03D35}"/>
          </ac:picMkLst>
        </pc:picChg>
        <pc:cxnChg chg="add mod">
          <ac:chgData name="Dong, Liqiu" userId="f4216566-c520-4c35-81dc-b8cdc2f1acf5" providerId="ADAL" clId="{52851A0C-7F0C-4F78-BD8E-687BFBFF0E18}" dt="2026-07-16T20:39:27.341" v="757" actId="164"/>
          <ac:cxnSpMkLst>
            <pc:docMk/>
            <pc:sldMk cId="916530189" sldId="7475"/>
            <ac:cxnSpMk id="8" creationId="{F8514796-A561-CA81-9D49-AA426FC78A9A}"/>
          </ac:cxnSpMkLst>
        </pc:cxnChg>
      </pc:sldChg>
      <pc:sldChg chg="addSp delSp modSp add mod">
        <pc:chgData name="Dong, Liqiu" userId="f4216566-c520-4c35-81dc-b8cdc2f1acf5" providerId="ADAL" clId="{52851A0C-7F0C-4F78-BD8E-687BFBFF0E18}" dt="2026-07-17T11:10:05.629" v="932" actId="1037"/>
        <pc:sldMkLst>
          <pc:docMk/>
          <pc:sldMk cId="3106261775" sldId="7476"/>
        </pc:sldMkLst>
        <pc:spChg chg="mod">
          <ac:chgData name="Dong, Liqiu" userId="f4216566-c520-4c35-81dc-b8cdc2f1acf5" providerId="ADAL" clId="{52851A0C-7F0C-4F78-BD8E-687BFBFF0E18}" dt="2026-07-16T20:43:11.019" v="883"/>
          <ac:spMkLst>
            <pc:docMk/>
            <pc:sldMk cId="3106261775" sldId="7476"/>
            <ac:spMk id="3" creationId="{3958AE43-52DE-A203-F998-7FA140DFAD65}"/>
          </ac:spMkLst>
        </pc:spChg>
        <pc:spChg chg="mod">
          <ac:chgData name="Dong, Liqiu" userId="f4216566-c520-4c35-81dc-b8cdc2f1acf5" providerId="ADAL" clId="{52851A0C-7F0C-4F78-BD8E-687BFBFF0E18}" dt="2026-07-16T20:43:11.019" v="883"/>
          <ac:spMkLst>
            <pc:docMk/>
            <pc:sldMk cId="3106261775" sldId="7476"/>
            <ac:spMk id="5" creationId="{68934F38-2E6B-5DAD-3B13-1444D8B07CC2}"/>
          </ac:spMkLst>
        </pc:spChg>
        <pc:spChg chg="mod">
          <ac:chgData name="Dong, Liqiu" userId="f4216566-c520-4c35-81dc-b8cdc2f1acf5" providerId="ADAL" clId="{52851A0C-7F0C-4F78-BD8E-687BFBFF0E18}" dt="2026-07-16T20:43:11.019" v="883"/>
          <ac:spMkLst>
            <pc:docMk/>
            <pc:sldMk cId="3106261775" sldId="7476"/>
            <ac:spMk id="7" creationId="{E508913B-BB5D-37F0-58EA-6D636D4BA14A}"/>
          </ac:spMkLst>
        </pc:spChg>
        <pc:spChg chg="mod">
          <ac:chgData name="Dong, Liqiu" userId="f4216566-c520-4c35-81dc-b8cdc2f1acf5" providerId="ADAL" clId="{52851A0C-7F0C-4F78-BD8E-687BFBFF0E18}" dt="2026-07-16T20:43:11.019" v="883"/>
          <ac:spMkLst>
            <pc:docMk/>
            <pc:sldMk cId="3106261775" sldId="7476"/>
            <ac:spMk id="8" creationId="{CACE049D-E16D-D777-ADEC-D10D358026B0}"/>
          </ac:spMkLst>
        </pc:spChg>
        <pc:spChg chg="mod">
          <ac:chgData name="Dong, Liqiu" userId="f4216566-c520-4c35-81dc-b8cdc2f1acf5" providerId="ADAL" clId="{52851A0C-7F0C-4F78-BD8E-687BFBFF0E18}" dt="2026-07-16T20:43:11.019" v="883"/>
          <ac:spMkLst>
            <pc:docMk/>
            <pc:sldMk cId="3106261775" sldId="7476"/>
            <ac:spMk id="10" creationId="{6AD5668C-AE91-5ECD-C754-45360BE8F0F5}"/>
          </ac:spMkLst>
        </pc:spChg>
        <pc:spChg chg="mod">
          <ac:chgData name="Dong, Liqiu" userId="f4216566-c520-4c35-81dc-b8cdc2f1acf5" providerId="ADAL" clId="{52851A0C-7F0C-4F78-BD8E-687BFBFF0E18}" dt="2026-07-16T20:43:11.019" v="883"/>
          <ac:spMkLst>
            <pc:docMk/>
            <pc:sldMk cId="3106261775" sldId="7476"/>
            <ac:spMk id="11" creationId="{3D1A570C-7C21-A229-1E4E-BF9225D77557}"/>
          </ac:spMkLst>
        </pc:spChg>
        <pc:spChg chg="mod">
          <ac:chgData name="Dong, Liqiu" userId="f4216566-c520-4c35-81dc-b8cdc2f1acf5" providerId="ADAL" clId="{52851A0C-7F0C-4F78-BD8E-687BFBFF0E18}" dt="2026-07-16T20:43:11.019" v="883"/>
          <ac:spMkLst>
            <pc:docMk/>
            <pc:sldMk cId="3106261775" sldId="7476"/>
            <ac:spMk id="13" creationId="{FF79FF5F-4348-EF81-2C26-B74E013A1E10}"/>
          </ac:spMkLst>
        </pc:spChg>
        <pc:spChg chg="mod">
          <ac:chgData name="Dong, Liqiu" userId="f4216566-c520-4c35-81dc-b8cdc2f1acf5" providerId="ADAL" clId="{52851A0C-7F0C-4F78-BD8E-687BFBFF0E18}" dt="2026-07-16T20:43:11.019" v="883"/>
          <ac:spMkLst>
            <pc:docMk/>
            <pc:sldMk cId="3106261775" sldId="7476"/>
            <ac:spMk id="14" creationId="{BEA083B4-B02F-C529-27C5-FA8B5FD055B4}"/>
          </ac:spMkLst>
        </pc:spChg>
        <pc:spChg chg="mod">
          <ac:chgData name="Dong, Liqiu" userId="f4216566-c520-4c35-81dc-b8cdc2f1acf5" providerId="ADAL" clId="{52851A0C-7F0C-4F78-BD8E-687BFBFF0E18}" dt="2026-07-17T11:09:58.088" v="897" actId="1076"/>
          <ac:spMkLst>
            <pc:docMk/>
            <pc:sldMk cId="3106261775" sldId="7476"/>
            <ac:spMk id="16" creationId="{36FF0926-DEF4-309B-3B36-DFD17F0E1C58}"/>
          </ac:spMkLst>
        </pc:spChg>
        <pc:spChg chg="mod">
          <ac:chgData name="Dong, Liqiu" userId="f4216566-c520-4c35-81dc-b8cdc2f1acf5" providerId="ADAL" clId="{52851A0C-7F0C-4F78-BD8E-687BFBFF0E18}" dt="2026-07-16T20:41:51.460" v="880" actId="207"/>
          <ac:spMkLst>
            <pc:docMk/>
            <pc:sldMk cId="3106261775" sldId="7476"/>
            <ac:spMk id="39" creationId="{DB69687E-6792-B050-F543-00C07741F366}"/>
          </ac:spMkLst>
        </pc:spChg>
        <pc:spChg chg="mod">
          <ac:chgData name="Dong, Liqiu" userId="f4216566-c520-4c35-81dc-b8cdc2f1acf5" providerId="ADAL" clId="{52851A0C-7F0C-4F78-BD8E-687BFBFF0E18}" dt="2026-07-16T20:41:51.460" v="880" actId="207"/>
          <ac:spMkLst>
            <pc:docMk/>
            <pc:sldMk cId="3106261775" sldId="7476"/>
            <ac:spMk id="40" creationId="{B96EB94A-D4C7-C558-3966-F6558E56A5CA}"/>
          </ac:spMkLst>
        </pc:spChg>
        <pc:spChg chg="mod">
          <ac:chgData name="Dong, Liqiu" userId="f4216566-c520-4c35-81dc-b8cdc2f1acf5" providerId="ADAL" clId="{52851A0C-7F0C-4F78-BD8E-687BFBFF0E18}" dt="2026-07-16T20:41:51.460" v="880" actId="207"/>
          <ac:spMkLst>
            <pc:docMk/>
            <pc:sldMk cId="3106261775" sldId="7476"/>
            <ac:spMk id="41" creationId="{68E6ED7B-C3E9-30B6-CB3F-7E08B147270E}"/>
          </ac:spMkLst>
        </pc:spChg>
        <pc:spChg chg="mod">
          <ac:chgData name="Dong, Liqiu" userId="f4216566-c520-4c35-81dc-b8cdc2f1acf5" providerId="ADAL" clId="{52851A0C-7F0C-4F78-BD8E-687BFBFF0E18}" dt="2026-07-16T20:41:51.460" v="880" actId="207"/>
          <ac:spMkLst>
            <pc:docMk/>
            <pc:sldMk cId="3106261775" sldId="7476"/>
            <ac:spMk id="43" creationId="{9A82DF6D-D520-24DF-0A06-D2E287F80035}"/>
          </ac:spMkLst>
        </pc:spChg>
        <pc:spChg chg="mod">
          <ac:chgData name="Dong, Liqiu" userId="f4216566-c520-4c35-81dc-b8cdc2f1acf5" providerId="ADAL" clId="{52851A0C-7F0C-4F78-BD8E-687BFBFF0E18}" dt="2026-07-16T20:43:05.876" v="882" actId="208"/>
          <ac:spMkLst>
            <pc:docMk/>
            <pc:sldMk cId="3106261775" sldId="7476"/>
            <ac:spMk id="53" creationId="{65AF8CF0-FE39-891A-8F5C-860244F841A9}"/>
          </ac:spMkLst>
        </pc:spChg>
        <pc:spChg chg="mod">
          <ac:chgData name="Dong, Liqiu" userId="f4216566-c520-4c35-81dc-b8cdc2f1acf5" providerId="ADAL" clId="{52851A0C-7F0C-4F78-BD8E-687BFBFF0E18}" dt="2026-07-16T20:43:05.876" v="882" actId="208"/>
          <ac:spMkLst>
            <pc:docMk/>
            <pc:sldMk cId="3106261775" sldId="7476"/>
            <ac:spMk id="57" creationId="{E8D0F193-B882-6EB8-A57C-557A69FEDFAF}"/>
          </ac:spMkLst>
        </pc:spChg>
        <pc:grpChg chg="add mod">
          <ac:chgData name="Dong, Liqiu" userId="f4216566-c520-4c35-81dc-b8cdc2f1acf5" providerId="ADAL" clId="{52851A0C-7F0C-4F78-BD8E-687BFBFF0E18}" dt="2026-07-17T11:10:05.629" v="932" actId="1037"/>
          <ac:grpSpMkLst>
            <pc:docMk/>
            <pc:sldMk cId="3106261775" sldId="7476"/>
            <ac:grpSpMk id="2" creationId="{1B5AF113-D9F1-710D-14B8-4610471F451E}"/>
          </ac:grpSpMkLst>
        </pc:grpChg>
        <pc:grpChg chg="mod">
          <ac:chgData name="Dong, Liqiu" userId="f4216566-c520-4c35-81dc-b8cdc2f1acf5" providerId="ADAL" clId="{52851A0C-7F0C-4F78-BD8E-687BFBFF0E18}" dt="2026-07-17T11:10:05.629" v="932" actId="1037"/>
          <ac:grpSpMkLst>
            <pc:docMk/>
            <pc:sldMk cId="3106261775" sldId="7476"/>
            <ac:grpSpMk id="6" creationId="{D3738E0C-E73C-5688-7E81-492028AA4AD9}"/>
          </ac:grpSpMkLst>
        </pc:grpChg>
        <pc:grpChg chg="mod">
          <ac:chgData name="Dong, Liqiu" userId="f4216566-c520-4c35-81dc-b8cdc2f1acf5" providerId="ADAL" clId="{52851A0C-7F0C-4F78-BD8E-687BFBFF0E18}" dt="2026-07-17T11:10:05.629" v="932" actId="1037"/>
          <ac:grpSpMkLst>
            <pc:docMk/>
            <pc:sldMk cId="3106261775" sldId="7476"/>
            <ac:grpSpMk id="9" creationId="{CCEA2715-0309-7CF7-BFED-CF60A4271269}"/>
          </ac:grpSpMkLst>
        </pc:grpChg>
        <pc:grpChg chg="add mod">
          <ac:chgData name="Dong, Liqiu" userId="f4216566-c520-4c35-81dc-b8cdc2f1acf5" providerId="ADAL" clId="{52851A0C-7F0C-4F78-BD8E-687BFBFF0E18}" dt="2026-07-17T11:10:05.629" v="932" actId="1037"/>
          <ac:grpSpMkLst>
            <pc:docMk/>
            <pc:sldMk cId="3106261775" sldId="7476"/>
            <ac:grpSpMk id="12" creationId="{2836EE19-403C-BBCE-A6A3-53B950337A75}"/>
          </ac:grpSpMkLst>
        </pc:grpChg>
        <pc:picChg chg="mod">
          <ac:chgData name="Dong, Liqiu" userId="f4216566-c520-4c35-81dc-b8cdc2f1acf5" providerId="ADAL" clId="{52851A0C-7F0C-4F78-BD8E-687BFBFF0E18}" dt="2026-07-16T20:43:05.876" v="882" actId="208"/>
          <ac:picMkLst>
            <pc:docMk/>
            <pc:sldMk cId="3106261775" sldId="7476"/>
            <ac:picMk id="52" creationId="{5D376844-FA00-06F7-BF5B-2D547C2D1A66}"/>
          </ac:picMkLst>
        </pc:picChg>
        <pc:picChg chg="mod">
          <ac:chgData name="Dong, Liqiu" userId="f4216566-c520-4c35-81dc-b8cdc2f1acf5" providerId="ADAL" clId="{52851A0C-7F0C-4F78-BD8E-687BFBFF0E18}" dt="2026-07-16T20:43:05.876" v="882" actId="208"/>
          <ac:picMkLst>
            <pc:docMk/>
            <pc:sldMk cId="3106261775" sldId="7476"/>
            <ac:picMk id="56" creationId="{FC450E60-06E0-B4BB-98E8-3F48B21C1C64}"/>
          </ac:picMkLst>
        </pc:picChg>
        <pc:cxnChg chg="mod">
          <ac:chgData name="Dong, Liqiu" userId="f4216566-c520-4c35-81dc-b8cdc2f1acf5" providerId="ADAL" clId="{52851A0C-7F0C-4F78-BD8E-687BFBFF0E18}" dt="2026-07-17T11:10:05.629" v="932" actId="1037"/>
          <ac:cxnSpMkLst>
            <pc:docMk/>
            <pc:sldMk cId="3106261775" sldId="7476"/>
            <ac:cxnSpMk id="15" creationId="{3AE45FD7-3538-EDD6-10B0-58B02489DE47}"/>
          </ac:cxnSpMkLst>
        </pc:cxnChg>
        <pc:cxnChg chg="mod">
          <ac:chgData name="Dong, Liqiu" userId="f4216566-c520-4c35-81dc-b8cdc2f1acf5" providerId="ADAL" clId="{52851A0C-7F0C-4F78-BD8E-687BFBFF0E18}" dt="2026-07-17T11:10:05.629" v="932" actId="1037"/>
          <ac:cxnSpMkLst>
            <pc:docMk/>
            <pc:sldMk cId="3106261775" sldId="7476"/>
            <ac:cxnSpMk id="17" creationId="{4D031C42-49AE-54EB-66B4-F5F6DC21A938}"/>
          </ac:cxnSpMkLst>
        </pc:cxnChg>
        <pc:cxnChg chg="mod">
          <ac:chgData name="Dong, Liqiu" userId="f4216566-c520-4c35-81dc-b8cdc2f1acf5" providerId="ADAL" clId="{52851A0C-7F0C-4F78-BD8E-687BFBFF0E18}" dt="2026-07-17T11:10:05.629" v="932" actId="1037"/>
          <ac:cxnSpMkLst>
            <pc:docMk/>
            <pc:sldMk cId="3106261775" sldId="7476"/>
            <ac:cxnSpMk id="18" creationId="{64FA7B71-31AA-154B-B1A9-EE48434A5CDF}"/>
          </ac:cxnSpMkLst>
        </pc:cxnChg>
      </pc:sldChg>
      <pc:sldChg chg="addSp modSp add mod">
        <pc:chgData name="Dong, Liqiu" userId="f4216566-c520-4c35-81dc-b8cdc2f1acf5" providerId="ADAL" clId="{52851A0C-7F0C-4F78-BD8E-687BFBFF0E18}" dt="2026-07-17T11:25:20.281" v="1119" actId="1076"/>
        <pc:sldMkLst>
          <pc:docMk/>
          <pc:sldMk cId="2987203185" sldId="7477"/>
        </pc:sldMkLst>
        <pc:spChg chg="add mod">
          <ac:chgData name="Dong, Liqiu" userId="f4216566-c520-4c35-81dc-b8cdc2f1acf5" providerId="ADAL" clId="{52851A0C-7F0C-4F78-BD8E-687BFBFF0E18}" dt="2026-07-17T11:25:20.281" v="1119" actId="1076"/>
          <ac:spMkLst>
            <pc:docMk/>
            <pc:sldMk cId="2987203185" sldId="7477"/>
            <ac:spMk id="2" creationId="{7FB31C4F-A34B-300A-552D-9B01E81A2245}"/>
          </ac:spMkLst>
        </pc:spChg>
        <pc:spChg chg="add mod">
          <ac:chgData name="Dong, Liqiu" userId="f4216566-c520-4c35-81dc-b8cdc2f1acf5" providerId="ADAL" clId="{52851A0C-7F0C-4F78-BD8E-687BFBFF0E18}" dt="2026-07-17T11:25:12.936" v="1118" actId="1076"/>
          <ac:spMkLst>
            <pc:docMk/>
            <pc:sldMk cId="2987203185" sldId="7477"/>
            <ac:spMk id="4" creationId="{2BBBFCFF-67F7-818F-5DF1-EB3D82AC6F2B}"/>
          </ac:spMkLst>
        </pc:spChg>
      </pc:sldChg>
      <pc:sldChg chg="addSp modSp add mod">
        <pc:chgData name="Dong, Liqiu" userId="f4216566-c520-4c35-81dc-b8cdc2f1acf5" providerId="ADAL" clId="{52851A0C-7F0C-4F78-BD8E-687BFBFF0E18}" dt="2026-07-17T11:26:05.934" v="1128" actId="1076"/>
        <pc:sldMkLst>
          <pc:docMk/>
          <pc:sldMk cId="1814806648" sldId="7478"/>
        </pc:sldMkLst>
        <pc:spChg chg="add mod">
          <ac:chgData name="Dong, Liqiu" userId="f4216566-c520-4c35-81dc-b8cdc2f1acf5" providerId="ADAL" clId="{52851A0C-7F0C-4F78-BD8E-687BFBFF0E18}" dt="2026-07-17T11:26:05.934" v="1128" actId="1076"/>
          <ac:spMkLst>
            <pc:docMk/>
            <pc:sldMk cId="1814806648" sldId="7478"/>
            <ac:spMk id="2" creationId="{EAEA4572-41E7-03E1-7630-325287F73C6C}"/>
          </ac:spMkLst>
        </pc:spChg>
        <pc:spChg chg="add mod">
          <ac:chgData name="Dong, Liqiu" userId="f4216566-c520-4c35-81dc-b8cdc2f1acf5" providerId="ADAL" clId="{52851A0C-7F0C-4F78-BD8E-687BFBFF0E18}" dt="2026-07-17T11:25:57.708" v="1127" actId="1038"/>
          <ac:spMkLst>
            <pc:docMk/>
            <pc:sldMk cId="1814806648" sldId="7478"/>
            <ac:spMk id="4" creationId="{A14430CD-4B95-6DD7-2A8B-CAE200D01410}"/>
          </ac:spMkLst>
        </pc:spChg>
      </pc:sldChg>
      <pc:sldChg chg="addSp delSp modSp add mod">
        <pc:chgData name="Dong, Liqiu" userId="f4216566-c520-4c35-81dc-b8cdc2f1acf5" providerId="ADAL" clId="{52851A0C-7F0C-4F78-BD8E-687BFBFF0E18}" dt="2026-07-17T12:34:32.987" v="1195" actId="207"/>
        <pc:sldMkLst>
          <pc:docMk/>
          <pc:sldMk cId="2207420420" sldId="7480"/>
        </pc:sldMkLst>
        <pc:spChg chg="mod">
          <ac:chgData name="Dong, Liqiu" userId="f4216566-c520-4c35-81dc-b8cdc2f1acf5" providerId="ADAL" clId="{52851A0C-7F0C-4F78-BD8E-687BFBFF0E18}" dt="2026-07-17T12:34:32.987" v="1195" actId="207"/>
          <ac:spMkLst>
            <pc:docMk/>
            <pc:sldMk cId="2207420420" sldId="7480"/>
            <ac:spMk id="4" creationId="{458A7451-DB1F-5B7A-2840-0D5AE465D25F}"/>
          </ac:spMkLst>
        </pc:spChg>
        <pc:spChg chg="add mod">
          <ac:chgData name="Dong, Liqiu" userId="f4216566-c520-4c35-81dc-b8cdc2f1acf5" providerId="ADAL" clId="{52851A0C-7F0C-4F78-BD8E-687BFBFF0E18}" dt="2026-07-17T12:34:17.920" v="1192" actId="1076"/>
          <ac:spMkLst>
            <pc:docMk/>
            <pc:sldMk cId="2207420420" sldId="7480"/>
            <ac:spMk id="8" creationId="{A6117ACE-C608-E357-3E10-79C00A17DB63}"/>
          </ac:spMkLst>
        </pc:spChg>
        <pc:grpChg chg="mod">
          <ac:chgData name="Dong, Liqiu" userId="f4216566-c520-4c35-81dc-b8cdc2f1acf5" providerId="ADAL" clId="{52851A0C-7F0C-4F78-BD8E-687BFBFF0E18}" dt="2026-07-17T11:28:13.404" v="1149" actId="1076"/>
          <ac:grpSpMkLst>
            <pc:docMk/>
            <pc:sldMk cId="2207420420" sldId="7480"/>
            <ac:grpSpMk id="23" creationId="{2727525F-2A4F-DCAD-A9E4-6C69B4404F06}"/>
          </ac:grpSpMkLst>
        </pc:grpChg>
        <pc:graphicFrameChg chg="add mod modGraphic">
          <ac:chgData name="Dong, Liqiu" userId="f4216566-c520-4c35-81dc-b8cdc2f1acf5" providerId="ADAL" clId="{52851A0C-7F0C-4F78-BD8E-687BFBFF0E18}" dt="2026-07-17T12:34:12.761" v="1191" actId="1076"/>
          <ac:graphicFrameMkLst>
            <pc:docMk/>
            <pc:sldMk cId="2207420420" sldId="7480"/>
            <ac:graphicFrameMk id="6" creationId="{5AB35829-7F1D-22BD-04BB-4A006279F5CD}"/>
          </ac:graphicFrameMkLst>
        </pc:graphicFrameChg>
        <pc:picChg chg="mod">
          <ac:chgData name="Dong, Liqiu" userId="f4216566-c520-4c35-81dc-b8cdc2f1acf5" providerId="ADAL" clId="{52851A0C-7F0C-4F78-BD8E-687BFBFF0E18}" dt="2026-07-17T11:27:18" v="1137" actId="14100"/>
          <ac:picMkLst>
            <pc:docMk/>
            <pc:sldMk cId="2207420420" sldId="7480"/>
            <ac:picMk id="13" creationId="{D79D29E1-FDDF-CA19-A3DD-660C3FA0F4F3}"/>
          </ac:picMkLst>
        </pc:picChg>
      </pc:sldChg>
      <pc:sldChg chg="addSp delSp modSp add mod">
        <pc:chgData name="Dong, Liqiu" userId="f4216566-c520-4c35-81dc-b8cdc2f1acf5" providerId="ADAL" clId="{52851A0C-7F0C-4F78-BD8E-687BFBFF0E18}" dt="2026-07-17T15:05:44.705" v="1337" actId="207"/>
        <pc:sldMkLst>
          <pc:docMk/>
          <pc:sldMk cId="1185103293" sldId="7481"/>
        </pc:sldMkLst>
        <pc:spChg chg="add mod">
          <ac:chgData name="Dong, Liqiu" userId="f4216566-c520-4c35-81dc-b8cdc2f1acf5" providerId="ADAL" clId="{52851A0C-7F0C-4F78-BD8E-687BFBFF0E18}" dt="2026-07-17T12:35:53.531" v="1205" actId="207"/>
          <ac:spMkLst>
            <pc:docMk/>
            <pc:sldMk cId="1185103293" sldId="7481"/>
            <ac:spMk id="5" creationId="{CBFF670A-F70B-BD93-CFD2-A72EFF39E7B6}"/>
          </ac:spMkLst>
        </pc:spChg>
        <pc:spChg chg="add mod">
          <ac:chgData name="Dong, Liqiu" userId="f4216566-c520-4c35-81dc-b8cdc2f1acf5" providerId="ADAL" clId="{52851A0C-7F0C-4F78-BD8E-687BFBFF0E18}" dt="2026-07-17T12:36:21.152" v="1209" actId="1076"/>
          <ac:spMkLst>
            <pc:docMk/>
            <pc:sldMk cId="1185103293" sldId="7481"/>
            <ac:spMk id="6" creationId="{A91EDA9D-BEAF-00F4-36CD-880DD4C14760}"/>
          </ac:spMkLst>
        </pc:spChg>
        <pc:grpChg chg="mod">
          <ac:chgData name="Dong, Liqiu" userId="f4216566-c520-4c35-81dc-b8cdc2f1acf5" providerId="ADAL" clId="{52851A0C-7F0C-4F78-BD8E-687BFBFF0E18}" dt="2026-07-17T11:28:30.601" v="1154" actId="1076"/>
          <ac:grpSpMkLst>
            <pc:docMk/>
            <pc:sldMk cId="1185103293" sldId="7481"/>
            <ac:grpSpMk id="25" creationId="{13B8E18C-F1DE-11B5-3790-9AA66C87DE09}"/>
          </ac:grpSpMkLst>
        </pc:grpChg>
        <pc:graphicFrameChg chg="add mod modGraphic">
          <ac:chgData name="Dong, Liqiu" userId="f4216566-c520-4c35-81dc-b8cdc2f1acf5" providerId="ADAL" clId="{52851A0C-7F0C-4F78-BD8E-687BFBFF0E18}" dt="2026-07-17T15:05:44.705" v="1337" actId="207"/>
          <ac:graphicFrameMkLst>
            <pc:docMk/>
            <pc:sldMk cId="1185103293" sldId="7481"/>
            <ac:graphicFrameMk id="3" creationId="{186802C3-B944-8780-590F-417D9E38AF85}"/>
          </ac:graphicFrameMkLst>
        </pc:graphicFrameChg>
      </pc:sldChg>
      <pc:sldChg chg="new del">
        <pc:chgData name="Dong, Liqiu" userId="f4216566-c520-4c35-81dc-b8cdc2f1acf5" providerId="ADAL" clId="{52851A0C-7F0C-4F78-BD8E-687BFBFF0E18}" dt="2026-07-20T20:37:58.755" v="1393" actId="680"/>
        <pc:sldMkLst>
          <pc:docMk/>
          <pc:sldMk cId="1740226414" sldId="7482"/>
        </pc:sldMkLst>
      </pc:sldChg>
      <pc:sldChg chg="delSp modSp add mod ord">
        <pc:chgData name="Dong, Liqiu" userId="f4216566-c520-4c35-81dc-b8cdc2f1acf5" providerId="ADAL" clId="{52851A0C-7F0C-4F78-BD8E-687BFBFF0E18}" dt="2026-07-21T09:54:15.097" v="1455" actId="14100"/>
        <pc:sldMkLst>
          <pc:docMk/>
          <pc:sldMk cId="1916996898" sldId="7482"/>
        </pc:sldMkLst>
        <pc:spChg chg="del">
          <ac:chgData name="Dong, Liqiu" userId="f4216566-c520-4c35-81dc-b8cdc2f1acf5" providerId="ADAL" clId="{52851A0C-7F0C-4F78-BD8E-687BFBFF0E18}" dt="2026-07-20T20:39:42.793" v="1444" actId="478"/>
          <ac:spMkLst>
            <pc:docMk/>
            <pc:sldMk cId="1916996898" sldId="7482"/>
            <ac:spMk id="5" creationId="{4F7D510C-8141-B958-6704-F0E8DC7BA347}"/>
          </ac:spMkLst>
        </pc:spChg>
        <pc:spChg chg="del">
          <ac:chgData name="Dong, Liqiu" userId="f4216566-c520-4c35-81dc-b8cdc2f1acf5" providerId="ADAL" clId="{52851A0C-7F0C-4F78-BD8E-687BFBFF0E18}" dt="2026-07-20T20:39:49.767" v="1447" actId="478"/>
          <ac:spMkLst>
            <pc:docMk/>
            <pc:sldMk cId="1916996898" sldId="7482"/>
            <ac:spMk id="6" creationId="{D5570EE5-253A-8EB8-46FD-086D5F1CC72C}"/>
          </ac:spMkLst>
        </pc:spChg>
        <pc:spChg chg="mod">
          <ac:chgData name="Dong, Liqiu" userId="f4216566-c520-4c35-81dc-b8cdc2f1acf5" providerId="ADAL" clId="{52851A0C-7F0C-4F78-BD8E-687BFBFF0E18}" dt="2026-07-20T20:38:16.903" v="1443" actId="20577"/>
          <ac:spMkLst>
            <pc:docMk/>
            <pc:sldMk cId="1916996898" sldId="7482"/>
            <ac:spMk id="7" creationId="{AFEF2BB6-72DB-C23E-7BB1-50EEB3EC36F5}"/>
          </ac:spMkLst>
        </pc:spChg>
        <pc:grpChg chg="del">
          <ac:chgData name="Dong, Liqiu" userId="f4216566-c520-4c35-81dc-b8cdc2f1acf5" providerId="ADAL" clId="{52851A0C-7F0C-4F78-BD8E-687BFBFF0E18}" dt="2026-07-20T20:39:46.151" v="1446" actId="478"/>
          <ac:grpSpMkLst>
            <pc:docMk/>
            <pc:sldMk cId="1916996898" sldId="7482"/>
            <ac:grpSpMk id="25" creationId="{62AED558-DEF8-A506-CAAB-23009FA2D52A}"/>
          </ac:grpSpMkLst>
        </pc:grpChg>
        <pc:graphicFrameChg chg="del">
          <ac:chgData name="Dong, Liqiu" userId="f4216566-c520-4c35-81dc-b8cdc2f1acf5" providerId="ADAL" clId="{52851A0C-7F0C-4F78-BD8E-687BFBFF0E18}" dt="2026-07-20T20:39:44.649" v="1445" actId="478"/>
          <ac:graphicFrameMkLst>
            <pc:docMk/>
            <pc:sldMk cId="1916996898" sldId="7482"/>
            <ac:graphicFrameMk id="3" creationId="{AC174440-8CA6-DB15-D43A-F8B8E28EB98A}"/>
          </ac:graphicFrameMkLst>
        </pc:graphicFrameChg>
        <pc:cxnChg chg="mod">
          <ac:chgData name="Dong, Liqiu" userId="f4216566-c520-4c35-81dc-b8cdc2f1acf5" providerId="ADAL" clId="{52851A0C-7F0C-4F78-BD8E-687BFBFF0E18}" dt="2026-07-21T09:54:15.097" v="1455" actId="14100"/>
          <ac:cxnSpMkLst>
            <pc:docMk/>
            <pc:sldMk cId="1916996898" sldId="7482"/>
            <ac:cxnSpMk id="8" creationId="{CD6F2CC6-85DD-6B86-3FF5-EBA4A66B01F7}"/>
          </ac:cxnSpMkLst>
        </pc:cxnChg>
      </pc:sldChg>
      <pc:sldChg chg="modSp mod ord">
        <pc:chgData name="Dong, Liqiu" userId="f4216566-c520-4c35-81dc-b8cdc2f1acf5" providerId="ADAL" clId="{52851A0C-7F0C-4F78-BD8E-687BFBFF0E18}" dt="2026-07-21T09:54:10.290" v="1454" actId="14100"/>
        <pc:sldMkLst>
          <pc:docMk/>
          <pc:sldMk cId="4021401934" sldId="7483"/>
        </pc:sldMkLst>
        <pc:cxnChg chg="mod">
          <ac:chgData name="Dong, Liqiu" userId="f4216566-c520-4c35-81dc-b8cdc2f1acf5" providerId="ADAL" clId="{52851A0C-7F0C-4F78-BD8E-687BFBFF0E18}" dt="2026-07-21T09:54:10.290" v="1454" actId="14100"/>
          <ac:cxnSpMkLst>
            <pc:docMk/>
            <pc:sldMk cId="4021401934" sldId="7483"/>
            <ac:cxnSpMk id="8" creationId="{0A562503-681D-9C50-A825-E0052E10C5BE}"/>
          </ac:cxnSpMkLst>
        </pc:cxnChg>
      </pc:sldChg>
    </pc:docChg>
  </pc:docChgLst>
  <pc:docChgLst>
    <pc:chgData name="Dong, Liqiu" userId="f4216566-c520-4c35-81dc-b8cdc2f1acf5" providerId="ADAL" clId="{22D50EFA-6D89-445E-AE74-C19C4A1C66E9}"/>
    <pc:docChg chg="undo custSel addSld delSld modSld">
      <pc:chgData name="Dong, Liqiu" userId="f4216566-c520-4c35-81dc-b8cdc2f1acf5" providerId="ADAL" clId="{22D50EFA-6D89-445E-AE74-C19C4A1C66E9}" dt="2026-07-21T12:59:30.700" v="607" actId="47"/>
      <pc:docMkLst>
        <pc:docMk/>
      </pc:docMkLst>
      <pc:sldChg chg="addSp delSp modSp mod modAnim">
        <pc:chgData name="Dong, Liqiu" userId="f4216566-c520-4c35-81dc-b8cdc2f1acf5" providerId="ADAL" clId="{22D50EFA-6D89-445E-AE74-C19C4A1C66E9}" dt="2026-07-21T09:36:22.611" v="557"/>
        <pc:sldMkLst>
          <pc:docMk/>
          <pc:sldMk cId="1916996898" sldId="7482"/>
        </pc:sldMkLst>
        <pc:spChg chg="add mod">
          <ac:chgData name="Dong, Liqiu" userId="f4216566-c520-4c35-81dc-b8cdc2f1acf5" providerId="ADAL" clId="{22D50EFA-6D89-445E-AE74-C19C4A1C66E9}" dt="2026-07-21T08:56:29.820" v="10" actId="207"/>
          <ac:spMkLst>
            <pc:docMk/>
            <pc:sldMk cId="1916996898" sldId="7482"/>
            <ac:spMk id="2" creationId="{E9D8046A-88CB-9BF6-BBA9-3FF709D24787}"/>
          </ac:spMkLst>
        </pc:spChg>
        <pc:spChg chg="add mod">
          <ac:chgData name="Dong, Liqiu" userId="f4216566-c520-4c35-81dc-b8cdc2f1acf5" providerId="ADAL" clId="{22D50EFA-6D89-445E-AE74-C19C4A1C66E9}" dt="2026-07-21T09:21:13.893" v="202" actId="1076"/>
          <ac:spMkLst>
            <pc:docMk/>
            <pc:sldMk cId="1916996898" sldId="7482"/>
            <ac:spMk id="3" creationId="{8384233E-DDC8-71F0-684E-8DEF20086D3C}"/>
          </ac:spMkLst>
        </pc:spChg>
        <pc:spChg chg="add mod">
          <ac:chgData name="Dong, Liqiu" userId="f4216566-c520-4c35-81dc-b8cdc2f1acf5" providerId="ADAL" clId="{22D50EFA-6D89-445E-AE74-C19C4A1C66E9}" dt="2026-07-21T09:21:20.292" v="203" actId="1076"/>
          <ac:spMkLst>
            <pc:docMk/>
            <pc:sldMk cId="1916996898" sldId="7482"/>
            <ac:spMk id="4" creationId="{375F0112-E6AE-FB4C-F6E7-BA78F603F5DE}"/>
          </ac:spMkLst>
        </pc:spChg>
        <pc:spChg chg="add mod">
          <ac:chgData name="Dong, Liqiu" userId="f4216566-c520-4c35-81dc-b8cdc2f1acf5" providerId="ADAL" clId="{22D50EFA-6D89-445E-AE74-C19C4A1C66E9}" dt="2026-07-21T09:24:23.186" v="349" actId="20577"/>
          <ac:spMkLst>
            <pc:docMk/>
            <pc:sldMk cId="1916996898" sldId="7482"/>
            <ac:spMk id="5" creationId="{EB20756A-C2A3-04E8-6C2A-72C25BF5B099}"/>
          </ac:spMkLst>
        </pc:spChg>
        <pc:spChg chg="mod">
          <ac:chgData name="Dong, Liqiu" userId="f4216566-c520-4c35-81dc-b8cdc2f1acf5" providerId="ADAL" clId="{22D50EFA-6D89-445E-AE74-C19C4A1C66E9}" dt="2026-07-21T08:55:29.894" v="3" actId="207"/>
          <ac:spMkLst>
            <pc:docMk/>
            <pc:sldMk cId="1916996898" sldId="7482"/>
            <ac:spMk id="7" creationId="{AFEF2BB6-72DB-C23E-7BB1-50EEB3EC36F5}"/>
          </ac:spMkLst>
        </pc:spChg>
        <pc:spChg chg="add mod">
          <ac:chgData name="Dong, Liqiu" userId="f4216566-c520-4c35-81dc-b8cdc2f1acf5" providerId="ADAL" clId="{22D50EFA-6D89-445E-AE74-C19C4A1C66E9}" dt="2026-07-21T09:24:38.564" v="354" actId="1076"/>
          <ac:spMkLst>
            <pc:docMk/>
            <pc:sldMk cId="1916996898" sldId="7482"/>
            <ac:spMk id="9" creationId="{2AA5B294-A779-102F-7330-A2F361A8B50D}"/>
          </ac:spMkLst>
        </pc:spChg>
        <pc:spChg chg="add mod">
          <ac:chgData name="Dong, Liqiu" userId="f4216566-c520-4c35-81dc-b8cdc2f1acf5" providerId="ADAL" clId="{22D50EFA-6D89-445E-AE74-C19C4A1C66E9}" dt="2026-07-21T09:24:29.597" v="353" actId="20577"/>
          <ac:spMkLst>
            <pc:docMk/>
            <pc:sldMk cId="1916996898" sldId="7482"/>
            <ac:spMk id="11" creationId="{FFDE69B3-5D6C-25C3-FDBB-87C619F334FA}"/>
          </ac:spMkLst>
        </pc:spChg>
        <pc:spChg chg="add del mod">
          <ac:chgData name="Dong, Liqiu" userId="f4216566-c520-4c35-81dc-b8cdc2f1acf5" providerId="ADAL" clId="{22D50EFA-6D89-445E-AE74-C19C4A1C66E9}" dt="2026-07-21T09:34:43.840" v="543" actId="478"/>
          <ac:spMkLst>
            <pc:docMk/>
            <pc:sldMk cId="1916996898" sldId="7482"/>
            <ac:spMk id="12" creationId="{EDF659B0-5738-E145-E06F-D711289A358B}"/>
          </ac:spMkLst>
        </pc:spChg>
        <pc:spChg chg="add mod">
          <ac:chgData name="Dong, Liqiu" userId="f4216566-c520-4c35-81dc-b8cdc2f1acf5" providerId="ADAL" clId="{22D50EFA-6D89-445E-AE74-C19C4A1C66E9}" dt="2026-07-21T09:22:23.563" v="213" actId="1076"/>
          <ac:spMkLst>
            <pc:docMk/>
            <pc:sldMk cId="1916996898" sldId="7482"/>
            <ac:spMk id="13" creationId="{7D51C7D5-0481-8CE5-3754-758D8EB2C9A8}"/>
          </ac:spMkLst>
        </pc:spChg>
        <pc:spChg chg="add mod">
          <ac:chgData name="Dong, Liqiu" userId="f4216566-c520-4c35-81dc-b8cdc2f1acf5" providerId="ADAL" clId="{22D50EFA-6D89-445E-AE74-C19C4A1C66E9}" dt="2026-07-21T09:22:29.539" v="214" actId="1076"/>
          <ac:spMkLst>
            <pc:docMk/>
            <pc:sldMk cId="1916996898" sldId="7482"/>
            <ac:spMk id="14" creationId="{43FC703E-8C12-552C-F1ED-113F537DDE00}"/>
          </ac:spMkLst>
        </pc:spChg>
        <pc:spChg chg="add mod">
          <ac:chgData name="Dong, Liqiu" userId="f4216566-c520-4c35-81dc-b8cdc2f1acf5" providerId="ADAL" clId="{22D50EFA-6D89-445E-AE74-C19C4A1C66E9}" dt="2026-07-21T09:21:44.175" v="208" actId="1076"/>
          <ac:spMkLst>
            <pc:docMk/>
            <pc:sldMk cId="1916996898" sldId="7482"/>
            <ac:spMk id="15" creationId="{153CDDD1-49AE-26BC-D699-C15C66D94F90}"/>
          </ac:spMkLst>
        </pc:spChg>
        <pc:picChg chg="add mod">
          <ac:chgData name="Dong, Liqiu" userId="f4216566-c520-4c35-81dc-b8cdc2f1acf5" providerId="ADAL" clId="{22D50EFA-6D89-445E-AE74-C19C4A1C66E9}" dt="2026-07-21T09:21:10.212" v="201" actId="1076"/>
          <ac:picMkLst>
            <pc:docMk/>
            <pc:sldMk cId="1916996898" sldId="7482"/>
            <ac:picMk id="18" creationId="{FF59BE90-B79D-8CF7-1A04-D38D1857B1B7}"/>
          </ac:picMkLst>
        </pc:picChg>
        <pc:picChg chg="add del mod">
          <ac:chgData name="Dong, Liqiu" userId="f4216566-c520-4c35-81dc-b8cdc2f1acf5" providerId="ADAL" clId="{22D50EFA-6D89-445E-AE74-C19C4A1C66E9}" dt="2026-07-21T09:20:04.558" v="184" actId="478"/>
          <ac:picMkLst>
            <pc:docMk/>
            <pc:sldMk cId="1916996898" sldId="7482"/>
            <ac:picMk id="20" creationId="{5F6FBDCA-7C9B-CD06-28FB-DF551272CA2E}"/>
          </ac:picMkLst>
        </pc:picChg>
        <pc:picChg chg="add mod">
          <ac:chgData name="Dong, Liqiu" userId="f4216566-c520-4c35-81dc-b8cdc2f1acf5" providerId="ADAL" clId="{22D50EFA-6D89-445E-AE74-C19C4A1C66E9}" dt="2026-07-21T09:35:02.397" v="547" actId="1076"/>
          <ac:picMkLst>
            <pc:docMk/>
            <pc:sldMk cId="1916996898" sldId="7482"/>
            <ac:picMk id="22" creationId="{D8C1B012-0C90-498C-9F9B-4A600DF9AE47}"/>
          </ac:picMkLst>
        </pc:picChg>
        <pc:picChg chg="add mod">
          <ac:chgData name="Dong, Liqiu" userId="f4216566-c520-4c35-81dc-b8cdc2f1acf5" providerId="ADAL" clId="{22D50EFA-6D89-445E-AE74-C19C4A1C66E9}" dt="2026-07-21T09:22:20.543" v="212" actId="1076"/>
          <ac:picMkLst>
            <pc:docMk/>
            <pc:sldMk cId="1916996898" sldId="7482"/>
            <ac:picMk id="24" creationId="{225FC4F7-1814-58E0-9DD2-662011CF0A87}"/>
          </ac:picMkLst>
        </pc:picChg>
      </pc:sldChg>
      <pc:sldChg chg="addSp delSp modSp add mod modAnim">
        <pc:chgData name="Dong, Liqiu" userId="f4216566-c520-4c35-81dc-b8cdc2f1acf5" providerId="ADAL" clId="{22D50EFA-6D89-445E-AE74-C19C4A1C66E9}" dt="2026-07-21T09:36:46.644" v="560"/>
        <pc:sldMkLst>
          <pc:docMk/>
          <pc:sldMk cId="4021401934" sldId="7483"/>
        </pc:sldMkLst>
        <pc:spChg chg="mod">
          <ac:chgData name="Dong, Liqiu" userId="f4216566-c520-4c35-81dc-b8cdc2f1acf5" providerId="ADAL" clId="{22D50EFA-6D89-445E-AE74-C19C4A1C66E9}" dt="2026-07-21T09:23:43.412" v="308" actId="1076"/>
          <ac:spMkLst>
            <pc:docMk/>
            <pc:sldMk cId="4021401934" sldId="7483"/>
            <ac:spMk id="2" creationId="{34B15F53-D2FA-97D7-7328-579D5914312D}"/>
          </ac:spMkLst>
        </pc:spChg>
        <pc:spChg chg="add del mod">
          <ac:chgData name="Dong, Liqiu" userId="f4216566-c520-4c35-81dc-b8cdc2f1acf5" providerId="ADAL" clId="{22D50EFA-6D89-445E-AE74-C19C4A1C66E9}" dt="2026-07-21T09:30:25.729" v="481"/>
          <ac:spMkLst>
            <pc:docMk/>
            <pc:sldMk cId="4021401934" sldId="7483"/>
            <ac:spMk id="3" creationId="{E951A853-ED2D-E840-FEE7-1F0C4E9CA535}"/>
          </ac:spMkLst>
        </pc:spChg>
        <pc:spChg chg="add mod">
          <ac:chgData name="Dong, Liqiu" userId="f4216566-c520-4c35-81dc-b8cdc2f1acf5" providerId="ADAL" clId="{22D50EFA-6D89-445E-AE74-C19C4A1C66E9}" dt="2026-07-21T09:30:48.065" v="486" actId="1076"/>
          <ac:spMkLst>
            <pc:docMk/>
            <pc:sldMk cId="4021401934" sldId="7483"/>
            <ac:spMk id="4" creationId="{E6AC10A0-59A6-E845-4DF7-CB17662CB57E}"/>
          </ac:spMkLst>
        </pc:spChg>
        <pc:spChg chg="add mod">
          <ac:chgData name="Dong, Liqiu" userId="f4216566-c520-4c35-81dc-b8cdc2f1acf5" providerId="ADAL" clId="{22D50EFA-6D89-445E-AE74-C19C4A1C66E9}" dt="2026-07-21T09:30:58.140" v="488" actId="1076"/>
          <ac:spMkLst>
            <pc:docMk/>
            <pc:sldMk cId="4021401934" sldId="7483"/>
            <ac:spMk id="5" creationId="{9555D8C9-B612-9E2A-EAD5-10E7444962AC}"/>
          </ac:spMkLst>
        </pc:spChg>
        <pc:spChg chg="mod">
          <ac:chgData name="Dong, Liqiu" userId="f4216566-c520-4c35-81dc-b8cdc2f1acf5" providerId="ADAL" clId="{22D50EFA-6D89-445E-AE74-C19C4A1C66E9}" dt="2026-07-21T09:23:25.585" v="305" actId="20577"/>
          <ac:spMkLst>
            <pc:docMk/>
            <pc:sldMk cId="4021401934" sldId="7483"/>
            <ac:spMk id="7" creationId="{9CB7382A-D666-F4FE-8D3B-10BEF943B6C7}"/>
          </ac:spMkLst>
        </pc:spChg>
        <pc:spChg chg="add mod">
          <ac:chgData name="Dong, Liqiu" userId="f4216566-c520-4c35-81dc-b8cdc2f1acf5" providerId="ADAL" clId="{22D50EFA-6D89-445E-AE74-C19C4A1C66E9}" dt="2026-07-21T09:33:40.997" v="517" actId="1038"/>
          <ac:spMkLst>
            <pc:docMk/>
            <pc:sldMk cId="4021401934" sldId="7483"/>
            <ac:spMk id="9" creationId="{737FE606-AEE0-E5EE-56B7-17198B568D3A}"/>
          </ac:spMkLst>
        </pc:spChg>
        <pc:spChg chg="add mod">
          <ac:chgData name="Dong, Liqiu" userId="f4216566-c520-4c35-81dc-b8cdc2f1acf5" providerId="ADAL" clId="{22D50EFA-6D89-445E-AE74-C19C4A1C66E9}" dt="2026-07-21T09:34:08.240" v="540" actId="1076"/>
          <ac:spMkLst>
            <pc:docMk/>
            <pc:sldMk cId="4021401934" sldId="7483"/>
            <ac:spMk id="11" creationId="{F60A0C5E-7F9B-6608-1130-0BB68C85831F}"/>
          </ac:spMkLst>
        </pc:spChg>
        <pc:spChg chg="add mod">
          <ac:chgData name="Dong, Liqiu" userId="f4216566-c520-4c35-81dc-b8cdc2f1acf5" providerId="ADAL" clId="{22D50EFA-6D89-445E-AE74-C19C4A1C66E9}" dt="2026-07-21T09:34:15.154" v="542" actId="14100"/>
          <ac:spMkLst>
            <pc:docMk/>
            <pc:sldMk cId="4021401934" sldId="7483"/>
            <ac:spMk id="13" creationId="{C0D65A70-B563-9756-4EEE-A5ADDE6DFC62}"/>
          </ac:spMkLst>
        </pc:spChg>
        <pc:spChg chg="add mod">
          <ac:chgData name="Dong, Liqiu" userId="f4216566-c520-4c35-81dc-b8cdc2f1acf5" providerId="ADAL" clId="{22D50EFA-6D89-445E-AE74-C19C4A1C66E9}" dt="2026-07-21T09:33:47.147" v="536" actId="1038"/>
          <ac:spMkLst>
            <pc:docMk/>
            <pc:sldMk cId="4021401934" sldId="7483"/>
            <ac:spMk id="15" creationId="{9FA15091-0A77-E476-F541-23AB64F54F57}"/>
          </ac:spMkLst>
        </pc:spChg>
        <pc:spChg chg="add mod">
          <ac:chgData name="Dong, Liqiu" userId="f4216566-c520-4c35-81dc-b8cdc2f1acf5" providerId="ADAL" clId="{22D50EFA-6D89-445E-AE74-C19C4A1C66E9}" dt="2026-07-21T09:28:46.563" v="435" actId="164"/>
          <ac:spMkLst>
            <pc:docMk/>
            <pc:sldMk cId="4021401934" sldId="7483"/>
            <ac:spMk id="21" creationId="{A857FC7D-36D0-5457-C384-55AF09DA9D02}"/>
          </ac:spMkLst>
        </pc:spChg>
        <pc:spChg chg="add mod">
          <ac:chgData name="Dong, Liqiu" userId="f4216566-c520-4c35-81dc-b8cdc2f1acf5" providerId="ADAL" clId="{22D50EFA-6D89-445E-AE74-C19C4A1C66E9}" dt="2026-07-21T09:28:46.563" v="435" actId="164"/>
          <ac:spMkLst>
            <pc:docMk/>
            <pc:sldMk cId="4021401934" sldId="7483"/>
            <ac:spMk id="23" creationId="{CAFD220A-31EE-ABA4-DE0C-36AE069D26E6}"/>
          </ac:spMkLst>
        </pc:spChg>
        <pc:spChg chg="add mod">
          <ac:chgData name="Dong, Liqiu" userId="f4216566-c520-4c35-81dc-b8cdc2f1acf5" providerId="ADAL" clId="{22D50EFA-6D89-445E-AE74-C19C4A1C66E9}" dt="2026-07-21T09:30:24.879" v="479" actId="1038"/>
          <ac:spMkLst>
            <pc:docMk/>
            <pc:sldMk cId="4021401934" sldId="7483"/>
            <ac:spMk id="26" creationId="{D0ABB3D1-6320-A66D-FEF0-BA571871DD36}"/>
          </ac:spMkLst>
        </pc:spChg>
        <pc:grpChg chg="add mod">
          <ac:chgData name="Dong, Liqiu" userId="f4216566-c520-4c35-81dc-b8cdc2f1acf5" providerId="ADAL" clId="{22D50EFA-6D89-445E-AE74-C19C4A1C66E9}" dt="2026-07-21T09:35:34.968" v="554" actId="1076"/>
          <ac:grpSpMkLst>
            <pc:docMk/>
            <pc:sldMk cId="4021401934" sldId="7483"/>
            <ac:grpSpMk id="24" creationId="{B2C5B8BA-E531-080F-BBCA-6F0C8A21DFFF}"/>
          </ac:grpSpMkLst>
        </pc:grpChg>
        <pc:picChg chg="add mod">
          <ac:chgData name="Dong, Liqiu" userId="f4216566-c520-4c35-81dc-b8cdc2f1acf5" providerId="ADAL" clId="{22D50EFA-6D89-445E-AE74-C19C4A1C66E9}" dt="2026-07-21T09:30:03.586" v="452" actId="1076"/>
          <ac:picMkLst>
            <pc:docMk/>
            <pc:sldMk cId="4021401934" sldId="7483"/>
            <ac:picMk id="18" creationId="{6309E5C6-22B6-F1C9-68FD-607715972F05}"/>
          </ac:picMkLst>
        </pc:picChg>
        <pc:picChg chg="add mod">
          <ac:chgData name="Dong, Liqiu" userId="f4216566-c520-4c35-81dc-b8cdc2f1acf5" providerId="ADAL" clId="{22D50EFA-6D89-445E-AE74-C19C4A1C66E9}" dt="2026-07-21T09:28:56.883" v="439" actId="14100"/>
          <ac:picMkLst>
            <pc:docMk/>
            <pc:sldMk cId="4021401934" sldId="7483"/>
            <ac:picMk id="20" creationId="{29825635-E120-F619-93ED-AA0489E4BB4F}"/>
          </ac:picMkLst>
        </pc:picChg>
        <pc:picChg chg="add del">
          <ac:chgData name="Dong, Liqiu" userId="f4216566-c520-4c35-81dc-b8cdc2f1acf5" providerId="ADAL" clId="{22D50EFA-6D89-445E-AE74-C19C4A1C66E9}" dt="2026-07-21T09:30:36.553" v="483" actId="478"/>
          <ac:picMkLst>
            <pc:docMk/>
            <pc:sldMk cId="4021401934" sldId="7483"/>
            <ac:picMk id="28" creationId="{9C014D09-8BF8-1AD9-645B-5CD6A1D884B4}"/>
          </ac:picMkLst>
        </pc:picChg>
        <pc:picChg chg="add del mod">
          <ac:chgData name="Dong, Liqiu" userId="f4216566-c520-4c35-81dc-b8cdc2f1acf5" providerId="ADAL" clId="{22D50EFA-6D89-445E-AE74-C19C4A1C66E9}" dt="2026-07-21T09:35:06.573" v="548" actId="478"/>
          <ac:picMkLst>
            <pc:docMk/>
            <pc:sldMk cId="4021401934" sldId="7483"/>
            <ac:picMk id="30" creationId="{1B895982-3BFD-5795-04F0-865B9A1CE006}"/>
          </ac:picMkLst>
        </pc:picChg>
        <pc:picChg chg="add mod">
          <ac:chgData name="Dong, Liqiu" userId="f4216566-c520-4c35-81dc-b8cdc2f1acf5" providerId="ADAL" clId="{22D50EFA-6D89-445E-AE74-C19C4A1C66E9}" dt="2026-07-21T09:35:12.031" v="551" actId="1076"/>
          <ac:picMkLst>
            <pc:docMk/>
            <pc:sldMk cId="4021401934" sldId="7483"/>
            <ac:picMk id="32" creationId="{E2A18D4B-23C3-AAE5-5653-24FD91263E32}"/>
          </ac:picMkLst>
        </pc:picChg>
      </pc:sldChg>
      <pc:sldChg chg="modSp new del mod">
        <pc:chgData name="Dong, Liqiu" userId="f4216566-c520-4c35-81dc-b8cdc2f1acf5" providerId="ADAL" clId="{22D50EFA-6D89-445E-AE74-C19C4A1C66E9}" dt="2026-07-21T12:56:28.924" v="564" actId="47"/>
        <pc:sldMkLst>
          <pc:docMk/>
          <pc:sldMk cId="2074756789" sldId="7484"/>
        </pc:sldMkLst>
        <pc:spChg chg="mod">
          <ac:chgData name="Dong, Liqiu" userId="f4216566-c520-4c35-81dc-b8cdc2f1acf5" providerId="ADAL" clId="{22D50EFA-6D89-445E-AE74-C19C4A1C66E9}" dt="2026-07-21T12:56:27.437" v="563" actId="27636"/>
          <ac:spMkLst>
            <pc:docMk/>
            <pc:sldMk cId="2074756789" sldId="7484"/>
            <ac:spMk id="4" creationId="{1C793EA7-814E-E4C5-D200-F25401EE5382}"/>
          </ac:spMkLst>
        </pc:spChg>
      </pc:sldChg>
      <pc:sldChg chg="addSp delSp modSp add del mod">
        <pc:chgData name="Dong, Liqiu" userId="f4216566-c520-4c35-81dc-b8cdc2f1acf5" providerId="ADAL" clId="{22D50EFA-6D89-445E-AE74-C19C4A1C66E9}" dt="2026-07-21T12:59:30.700" v="607" actId="47"/>
        <pc:sldMkLst>
          <pc:docMk/>
          <pc:sldMk cId="3624609519" sldId="7485"/>
        </pc:sldMkLst>
        <pc:spChg chg="add mod">
          <ac:chgData name="Dong, Liqiu" userId="f4216566-c520-4c35-81dc-b8cdc2f1acf5" providerId="ADAL" clId="{22D50EFA-6D89-445E-AE74-C19C4A1C66E9}" dt="2026-07-21T12:59:13.825" v="604" actId="1076"/>
          <ac:spMkLst>
            <pc:docMk/>
            <pc:sldMk cId="3624609519" sldId="7485"/>
            <ac:spMk id="4" creationId="{9C4F9528-857B-BF0B-9AB6-537E26A36E2D}"/>
          </ac:spMkLst>
        </pc:spChg>
        <pc:spChg chg="del">
          <ac:chgData name="Dong, Liqiu" userId="f4216566-c520-4c35-81dc-b8cdc2f1acf5" providerId="ADAL" clId="{22D50EFA-6D89-445E-AE74-C19C4A1C66E9}" dt="2026-07-21T12:56:50.249" v="579" actId="478"/>
          <ac:spMkLst>
            <pc:docMk/>
            <pc:sldMk cId="3624609519" sldId="7485"/>
            <ac:spMk id="5" creationId="{53AAFB2A-1542-43C5-3277-C7F9C1B30522}"/>
          </ac:spMkLst>
        </pc:spChg>
        <pc:spChg chg="del">
          <ac:chgData name="Dong, Liqiu" userId="f4216566-c520-4c35-81dc-b8cdc2f1acf5" providerId="ADAL" clId="{22D50EFA-6D89-445E-AE74-C19C4A1C66E9}" dt="2026-07-21T12:56:51.825" v="580" actId="478"/>
          <ac:spMkLst>
            <pc:docMk/>
            <pc:sldMk cId="3624609519" sldId="7485"/>
            <ac:spMk id="6" creationId="{C49AEF97-BA70-C444-906A-6B1AC9588691}"/>
          </ac:spMkLst>
        </pc:spChg>
        <pc:spChg chg="mod">
          <ac:chgData name="Dong, Liqiu" userId="f4216566-c520-4c35-81dc-b8cdc2f1acf5" providerId="ADAL" clId="{22D50EFA-6D89-445E-AE74-C19C4A1C66E9}" dt="2026-07-21T12:56:42.325" v="577" actId="14100"/>
          <ac:spMkLst>
            <pc:docMk/>
            <pc:sldMk cId="3624609519" sldId="7485"/>
            <ac:spMk id="7" creationId="{172A07E1-6366-676D-D991-E25139979F92}"/>
          </ac:spMkLst>
        </pc:spChg>
        <pc:grpChg chg="del">
          <ac:chgData name="Dong, Liqiu" userId="f4216566-c520-4c35-81dc-b8cdc2f1acf5" providerId="ADAL" clId="{22D50EFA-6D89-445E-AE74-C19C4A1C66E9}" dt="2026-07-21T12:56:31.913" v="565" actId="478"/>
          <ac:grpSpMkLst>
            <pc:docMk/>
            <pc:sldMk cId="3624609519" sldId="7485"/>
            <ac:grpSpMk id="25" creationId="{B1859C35-12DD-3AF8-DF7C-ED2DC7F2C02B}"/>
          </ac:grpSpMkLst>
        </pc:grpChg>
        <pc:graphicFrameChg chg="del">
          <ac:chgData name="Dong, Liqiu" userId="f4216566-c520-4c35-81dc-b8cdc2f1acf5" providerId="ADAL" clId="{22D50EFA-6D89-445E-AE74-C19C4A1C66E9}" dt="2026-07-21T12:56:50.249" v="579" actId="478"/>
          <ac:graphicFrameMkLst>
            <pc:docMk/>
            <pc:sldMk cId="3624609519" sldId="7485"/>
            <ac:graphicFrameMk id="3" creationId="{B60D7854-C510-34B8-D2D9-575B30D0E969}"/>
          </ac:graphicFrameMkLst>
        </pc:graphicFrameChg>
        <pc:cxnChg chg="mod">
          <ac:chgData name="Dong, Liqiu" userId="f4216566-c520-4c35-81dc-b8cdc2f1acf5" providerId="ADAL" clId="{22D50EFA-6D89-445E-AE74-C19C4A1C66E9}" dt="2026-07-21T12:56:46.191" v="578" actId="14100"/>
          <ac:cxnSpMkLst>
            <pc:docMk/>
            <pc:sldMk cId="3624609519" sldId="7485"/>
            <ac:cxnSpMk id="8" creationId="{4D0E7C9B-7132-0A4D-6E18-CBDF52970CBB}"/>
          </ac:cxnSpMkLst>
        </pc:cxnChg>
      </pc:sldChg>
      <pc:sldChg chg="add del">
        <pc:chgData name="Dong, Liqiu" userId="f4216566-c520-4c35-81dc-b8cdc2f1acf5" providerId="ADAL" clId="{22D50EFA-6D89-445E-AE74-C19C4A1C66E9}" dt="2026-07-21T12:59:26.168" v="606" actId="47"/>
        <pc:sldMkLst>
          <pc:docMk/>
          <pc:sldMk cId="3541535604" sldId="7486"/>
        </pc:sldMkLst>
      </pc:sldChg>
      <pc:sldChg chg="add del">
        <pc:chgData name="Dong, Liqiu" userId="f4216566-c520-4c35-81dc-b8cdc2f1acf5" providerId="ADAL" clId="{22D50EFA-6D89-445E-AE74-C19C4A1C66E9}" dt="2026-07-21T12:59:24.798" v="605" actId="47"/>
        <pc:sldMkLst>
          <pc:docMk/>
          <pc:sldMk cId="3175112254" sldId="74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58FE8-1E8D-408D-8BFB-C93DBCB238BE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9BABD4-CD03-4766-956C-A3A50F7E0D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2753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BABD4-CD03-4766-956C-A3A50F7E0DD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934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BABD4-CD03-4766-956C-A3A50F7E0DD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9099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29604-456E-9736-09CD-29E5A037E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CF4891-A91E-A6A7-977C-C8C45265FD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DD7E49-43C7-0731-D76A-BAB05C6E16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095E5-5E8E-D933-F27E-149A48B3F0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BABD4-CD03-4766-956C-A3A50F7E0DD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0180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4B4ED-7494-05AC-A131-E6DD528A4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630B2C-BA9C-4C6D-AFA7-B1DF32F58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F7352D-A5F8-C77C-CA27-4F2FDDE04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56553-2ED1-47EA-7F56-FD05E3E7F5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BABD4-CD03-4766-956C-A3A50F7E0DD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37131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0A4D4-BEA3-393A-69B8-1873193E5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C731AD-CDB7-1160-079F-A7B4ECFFE6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43C193-966F-ED2E-5C67-738228687E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A503C-EDE3-5CF9-3BA0-E0FC005136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BABD4-CD03-4766-956C-A3A50F7E0DD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7477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E3719-F1DA-1C40-AEF4-FD51C8B94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C4CE12-C014-D938-B324-09B36B79CB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C3C8DB-54F1-CBD0-354D-CDA45B992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480EB-06E5-D907-46D2-E467A13C3A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BABD4-CD03-4766-956C-A3A50F7E0DD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602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43165-D028-9F71-49D1-3463D536B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AD3B10-1AD7-8678-D02E-9C865A77CB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2C90EC-D9E2-8DF8-D7E1-986B408F6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9A0F3-B1C2-CB0F-AC6B-053F927D92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BABD4-CD03-4766-956C-A3A50F7E0DD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089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11F34-A895-6759-F071-EC1C78AFF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2572F7-242B-2F93-A595-29949DD421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0361CA-1393-C60F-1B5E-489F0A3EE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3D001-C45E-7B39-DAD5-7E4CEF78ED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BABD4-CD03-4766-956C-A3A50F7E0DD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73480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B28AE-5A87-2E60-3AE7-0EDBB76E6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AE4481-2558-8580-D631-60D489CB84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658DA9-D0FC-C8FB-3E00-11E0B42A8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0C151-C776-1FB7-984C-0357AFF7BA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BABD4-CD03-4766-956C-A3A50F7E0DDF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73749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AA4DC-4CEF-8AA6-5BB2-9514A29D1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720864-7CB9-9CD9-A435-65F2EA36DA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1D499-BE6C-C3A2-FA01-B8823285E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B43B1-9823-45BF-B76F-D3D4791B8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BABD4-CD03-4766-956C-A3A50F7E0DD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48332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BC1AD-F678-AFC0-B8C3-C6CD92F1C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5B7FD5-E59F-FA9D-CDDF-A6E245073C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3E8251-7A25-0A99-987E-1426B2EAA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22F27-5874-B537-B8C6-66ADB238AF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BABD4-CD03-4766-956C-A3A50F7E0DDF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260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ject 2"/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1" y="0"/>
            <a:ext cx="4369409" cy="626938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04854" y="1122363"/>
            <a:ext cx="740828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04854" y="3602038"/>
            <a:ext cx="740828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575881"/>
            <a:ext cx="2743200" cy="365125"/>
          </a:xfrm>
        </p:spPr>
        <p:txBody>
          <a:bodyPr/>
          <a:lstStyle/>
          <a:p>
            <a:fld id="{7D8245F7-85F9-4702-A642-E257AAC1794B}" type="slidenum">
              <a:rPr lang="en-GB" smtClean="0"/>
              <a:t>‹#›</a:t>
            </a:fld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E43DC8-990D-479C-815F-7F4B17DA788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0884" y="85973"/>
            <a:ext cx="2228508" cy="84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74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5393" y="0"/>
            <a:ext cx="9421424" cy="109509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245F7-85F9-4702-A642-E257AAC179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159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7016" y="1709738"/>
            <a:ext cx="6890434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7016" y="4589463"/>
            <a:ext cx="689043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245F7-85F9-4702-A642-E257AAC1794B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object 2"/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1" y="0"/>
            <a:ext cx="4369409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E43DC8-990D-479C-815F-7F4B17DA788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0884" y="85973"/>
            <a:ext cx="2228508" cy="84253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AB6A610-BE65-3CB0-1069-629F59CC1F5D}"/>
              </a:ext>
            </a:extLst>
          </p:cNvPr>
          <p:cNvSpPr/>
          <p:nvPr userDrawn="1"/>
        </p:nvSpPr>
        <p:spPr>
          <a:xfrm>
            <a:off x="4369960" y="6288087"/>
            <a:ext cx="208942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298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5393" y="0"/>
            <a:ext cx="9368494" cy="109509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90764"/>
            <a:ext cx="5181600" cy="478619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90764"/>
            <a:ext cx="5181600" cy="478619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245F7-85F9-4702-A642-E257AAC179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504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1183" y="0"/>
            <a:ext cx="9222245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44024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327066"/>
            <a:ext cx="5157787" cy="386259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4024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327066"/>
            <a:ext cx="5183188" cy="386259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245F7-85F9-4702-A642-E257AAC179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911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5393" y="0"/>
            <a:ext cx="9368494" cy="109509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E200046-FA02-4284-ABF5-9CE8D20A9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75881"/>
            <a:ext cx="2743200" cy="365125"/>
          </a:xfrm>
        </p:spPr>
        <p:txBody>
          <a:bodyPr/>
          <a:lstStyle/>
          <a:p>
            <a:fld id="{7D8245F7-85F9-4702-A642-E257AAC179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6803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245F7-85F9-4702-A642-E257AAC179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7147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245F7-85F9-4702-A642-E257AAC179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731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89614"/>
            <a:ext cx="3932237" cy="9677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245F7-85F9-4702-A642-E257AAC179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9080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5393" y="0"/>
            <a:ext cx="9264461" cy="109509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245F7-85F9-4702-A642-E257AAC179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067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245F7-85F9-4702-A642-E257AAC179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0761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 image/media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09601" y="1487908"/>
            <a:ext cx="10972801" cy="3518693"/>
          </a:xfrm>
        </p:spPr>
        <p:txBody>
          <a:bodyPr/>
          <a:lstStyle>
            <a:lvl1pPr>
              <a:buClr>
                <a:srgbClr val="002548"/>
              </a:buClr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8738568" y="662859"/>
            <a:ext cx="2843833" cy="312291"/>
          </a:xfrm>
        </p:spPr>
        <p:txBody>
          <a:bodyPr/>
          <a:lstStyle>
            <a:lvl1pPr marL="0" indent="0" algn="r">
              <a:buNone/>
              <a:defRPr sz="1333" b="1">
                <a:solidFill>
                  <a:srgbClr val="003E74"/>
                </a:solidFill>
              </a:defRPr>
            </a:lvl1pPr>
            <a:lvl2pPr marL="609585" indent="0">
              <a:buNone/>
              <a:defRPr sz="1600">
                <a:solidFill>
                  <a:srgbClr val="003E74"/>
                </a:solidFill>
              </a:defRPr>
            </a:lvl2pPr>
            <a:lvl3pPr marL="1219170" indent="0">
              <a:buNone/>
              <a:defRPr sz="1600">
                <a:solidFill>
                  <a:srgbClr val="003E74"/>
                </a:solidFill>
              </a:defRPr>
            </a:lvl3pPr>
            <a:lvl4pPr marL="1828754" indent="0">
              <a:buNone/>
              <a:defRPr sz="1600">
                <a:solidFill>
                  <a:srgbClr val="003E74"/>
                </a:solidFill>
              </a:defRPr>
            </a:lvl4pPr>
            <a:lvl5pPr marL="2438339" indent="0">
              <a:buNone/>
              <a:defRPr sz="1600">
                <a:solidFill>
                  <a:srgbClr val="003E74"/>
                </a:solidFill>
              </a:defRPr>
            </a:lvl5pPr>
          </a:lstStyle>
          <a:p>
            <a:pPr lvl="0"/>
            <a:r>
              <a:rPr lang="en-GB"/>
              <a:t>Click to edit presentation title</a:t>
            </a:r>
            <a:endParaRPr lang="en-US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9653256" y="984350"/>
            <a:ext cx="1929145" cy="257175"/>
          </a:xfrm>
        </p:spPr>
        <p:txBody>
          <a:bodyPr/>
          <a:lstStyle>
            <a:lvl1pPr marL="0" indent="0" algn="r">
              <a:buNone/>
              <a:defRPr sz="1333">
                <a:solidFill>
                  <a:srgbClr val="003E74"/>
                </a:solidFill>
              </a:defRPr>
            </a:lvl1pPr>
          </a:lstStyle>
          <a:p>
            <a:pPr lvl="0"/>
            <a:r>
              <a:rPr lang="en-US"/>
              <a:t>Click to add the date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1" y="5260620"/>
            <a:ext cx="5268383" cy="570541"/>
          </a:xfrm>
        </p:spPr>
        <p:txBody>
          <a:bodyPr/>
          <a:lstStyle>
            <a:lvl1pPr marL="0" indent="0">
              <a:buNone/>
              <a:defRPr sz="1333">
                <a:solidFill>
                  <a:srgbClr val="002548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GB"/>
              <a:t>Click to add caption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054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65393" y="0"/>
            <a:ext cx="9653218" cy="1095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5550"/>
            <a:ext cx="10515600" cy="4961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8245F7-85F9-4702-A642-E257AAC1794B}" type="slidenum">
              <a:rPr lang="en-GB" smtClean="0"/>
              <a:t>‹#›</a:t>
            </a:fld>
            <a:endParaRPr lang="en-GB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3E43DC8-990D-479C-815F-7F4B17DA788B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60884" y="85973"/>
            <a:ext cx="2228508" cy="8425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1AE9FC-4609-55A2-E0FE-F3286143FB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/>
          <a:srcRect l="1378" t="2902" r="730" b="761"/>
          <a:stretch/>
        </p:blipFill>
        <p:spPr>
          <a:xfrm>
            <a:off x="2747711" y="6307782"/>
            <a:ext cx="1453747" cy="413693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9" name="Group 4">
            <a:extLst>
              <a:ext uri="{FF2B5EF4-FFF2-40B4-BE49-F238E27FC236}">
                <a16:creationId xmlns:a16="http://schemas.microsoft.com/office/drawing/2014/main" id="{56E963F9-415F-56B5-C93C-C62167A3F05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74549" y="6432546"/>
            <a:ext cx="2719636" cy="299939"/>
            <a:chOff x="0" y="3473"/>
            <a:chExt cx="15360" cy="1694"/>
          </a:xfrm>
          <a:solidFill>
            <a:schemeClr val="tx1"/>
          </a:solidFill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D022F8A6-9F9C-C0D6-A0AA-73D58518A0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mperial Sans Text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AE98906F-FF02-8A31-51F1-5457F32DBB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mperial Sans Tex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80F57951-DAAE-EC40-3302-7BC0CBF4E0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mperial Sans Text"/>
              </a:endParaRPr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D9052F34-2A49-096D-0D7D-0347399EB1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mperial Sans Text"/>
              </a:endParaRPr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D1CB48C-D6DA-8B79-B96F-D0EF374F62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mperial Sans Text"/>
              </a:endParaRPr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4C02A918-29EA-ED2F-B2C2-B71045384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mperial Sans Text"/>
              </a:endParaRPr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5FCECAAB-079A-778C-4A85-3A31C83245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mperial Sans Text"/>
              </a:endParaRPr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E965B27F-D752-B72F-274F-4043DCCD69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mperial Sans Text"/>
              </a:endParaRP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CE60E8-ED3F-E627-47DD-04E64D73BCB5}"/>
              </a:ext>
            </a:extLst>
          </p:cNvPr>
          <p:cNvCxnSpPr/>
          <p:nvPr userDrawn="1"/>
        </p:nvCxnSpPr>
        <p:spPr>
          <a:xfrm>
            <a:off x="2971605" y="6301710"/>
            <a:ext cx="0" cy="491164"/>
          </a:xfrm>
          <a:prstGeom prst="line">
            <a:avLst/>
          </a:prstGeom>
          <a:ln>
            <a:solidFill>
              <a:srgbClr val="200F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3466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33781" y="650239"/>
            <a:ext cx="7685683" cy="1525435"/>
          </a:xfrm>
        </p:spPr>
        <p:txBody>
          <a:bodyPr>
            <a:noAutofit/>
          </a:bodyPr>
          <a:lstStyle/>
          <a:p>
            <a:pPr hangingPunct="0"/>
            <a:r>
              <a:rPr lang="en-GB" sz="4400" kern="700">
                <a:ea typeface="Roboto" panose="02000000000000000000" pitchFamily="2" charset="0"/>
                <a:cs typeface="Times New Roman" panose="02020603050405020304" pitchFamily="18" charset="0"/>
              </a:rPr>
              <a:t>Supervised Learning Exercise</a:t>
            </a:r>
            <a:endParaRPr lang="en-US" sz="2800" kern="700"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3BEEF1-EF93-4287-B4C7-2BC8005F60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0829"/>
          <a:stretch/>
        </p:blipFill>
        <p:spPr>
          <a:xfrm>
            <a:off x="11241990" y="5376827"/>
            <a:ext cx="771145" cy="1199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874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DA2BB-5CB2-0DD7-224A-9FE5DC705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D15F50BE-39E6-C362-ED75-1929005475BE}"/>
              </a:ext>
            </a:extLst>
          </p:cNvPr>
          <p:cNvSpPr txBox="1">
            <a:spLocks/>
          </p:cNvSpPr>
          <p:nvPr/>
        </p:nvSpPr>
        <p:spPr>
          <a:xfrm>
            <a:off x="9448800" y="657588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33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D8245F7-85F9-4702-A642-E257AAC1794B}" type="slidenum">
              <a:rPr kumimoji="0" lang="en-GB" sz="1333" b="0" i="0" u="none" strike="noStrike" kern="1200" cap="none" spc="0" normalizeH="0" baseline="0" noProof="0" smtClean="0">
                <a:ln>
                  <a:noFill/>
                </a:ln>
                <a:solidFill>
                  <a:srgbClr val="003E74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</a:t>
            </a:fld>
            <a:endParaRPr kumimoji="0" lang="en-GB" sz="1333" b="0" i="0" u="none" strike="noStrike" kern="1200" cap="none" spc="0" normalizeH="0" baseline="0" noProof="0">
              <a:ln>
                <a:noFill/>
              </a:ln>
              <a:solidFill>
                <a:srgbClr val="003E74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5" name="Text Placeholder 3">
            <a:extLst>
              <a:ext uri="{FF2B5EF4-FFF2-40B4-BE49-F238E27FC236}">
                <a16:creationId xmlns:a16="http://schemas.microsoft.com/office/drawing/2014/main" id="{566EAB03-5B7C-B54B-38CB-844992CA8E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06021" y="700393"/>
            <a:ext cx="2902691" cy="517464"/>
          </a:xfrm>
        </p:spPr>
        <p:txBody>
          <a:bodyPr>
            <a:noAutofit/>
          </a:bodyPr>
          <a:lstStyle/>
          <a:p>
            <a:r>
              <a:rPr lang="en-US" altLang="zh-CN" sz="2000" noProof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industrial cases</a:t>
            </a:r>
            <a:endParaRPr lang="en-GB" sz="2000" noProof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4BE6232-BD21-776C-9BC2-FE386A6B105D}"/>
              </a:ext>
            </a:extLst>
          </p:cNvPr>
          <p:cNvCxnSpPr>
            <a:cxnSpLocks/>
          </p:cNvCxnSpPr>
          <p:nvPr/>
        </p:nvCxnSpPr>
        <p:spPr>
          <a:xfrm>
            <a:off x="9448800" y="1081548"/>
            <a:ext cx="2743200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0CECF98-D94A-0A88-B856-DC48E08FD496}"/>
              </a:ext>
            </a:extLst>
          </p:cNvPr>
          <p:cNvSpPr txBox="1"/>
          <p:nvPr/>
        </p:nvSpPr>
        <p:spPr>
          <a:xfrm>
            <a:off x="1241411" y="1562746"/>
            <a:ext cx="3280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Combined-cycle power plant</a:t>
            </a:r>
            <a:endParaRPr lang="en-GB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1412B7-06A7-25B7-52CF-B5027A03AEE1}"/>
              </a:ext>
            </a:extLst>
          </p:cNvPr>
          <p:cNvSpPr txBox="1"/>
          <p:nvPr/>
        </p:nvSpPr>
        <p:spPr>
          <a:xfrm>
            <a:off x="2009909" y="1306053"/>
            <a:ext cx="1743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/>
              <a:t>Case 1</a:t>
            </a:r>
            <a:endParaRPr lang="en-GB" sz="2000" b="1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E7C600-9705-4B56-92C7-F62D5F055EEC}"/>
              </a:ext>
            </a:extLst>
          </p:cNvPr>
          <p:cNvSpPr txBox="1"/>
          <p:nvPr/>
        </p:nvSpPr>
        <p:spPr>
          <a:xfrm>
            <a:off x="8438707" y="1306053"/>
            <a:ext cx="1743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/>
              <a:t>Case 2</a:t>
            </a:r>
            <a:endParaRPr lang="en-GB" sz="2000" b="1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F66485-6E51-31B9-1059-BC2DF1E58F30}"/>
              </a:ext>
            </a:extLst>
          </p:cNvPr>
          <p:cNvSpPr txBox="1"/>
          <p:nvPr/>
        </p:nvSpPr>
        <p:spPr>
          <a:xfrm>
            <a:off x="6253539" y="1562746"/>
            <a:ext cx="6113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/>
              <a:t>CNC (computer numerical control) milling machine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3FB20A-2C43-AC18-F652-2F7E05379AF4}"/>
              </a:ext>
            </a:extLst>
          </p:cNvPr>
          <p:cNvSpPr txBox="1"/>
          <p:nvPr/>
        </p:nvSpPr>
        <p:spPr>
          <a:xfrm>
            <a:off x="691924" y="4713262"/>
            <a:ext cx="5022529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Gas and steam turbines generate electricity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Ambient conditions change available output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00CE"/>
                </a:solidFill>
              </a:rPr>
              <a:t>Goal</a:t>
            </a:r>
            <a:r>
              <a:rPr lang="en-US"/>
              <a:t>: </a:t>
            </a:r>
            <a:r>
              <a:rPr lang="en-GB"/>
              <a:t>Forecast net electrical output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721D51-AF54-EC64-1B02-6757A6CFBC17}"/>
              </a:ext>
            </a:extLst>
          </p:cNvPr>
          <p:cNvSpPr txBox="1"/>
          <p:nvPr/>
        </p:nvSpPr>
        <p:spPr>
          <a:xfrm>
            <a:off x="6877748" y="4713262"/>
            <a:ext cx="4583306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Rotating tools shape metal components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Operating conditions can trigger failures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00CE"/>
                </a:solidFill>
              </a:rPr>
              <a:t>Goal</a:t>
            </a:r>
            <a:r>
              <a:rPr lang="en-US"/>
              <a:t>: </a:t>
            </a:r>
            <a:r>
              <a:rPr lang="en-GB"/>
              <a:t>Raise reliable maintenance alarms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CE4536F-3A60-A720-2B8D-A279FF9B466F}"/>
              </a:ext>
            </a:extLst>
          </p:cNvPr>
          <p:cNvGrpSpPr/>
          <p:nvPr/>
        </p:nvGrpSpPr>
        <p:grpSpPr>
          <a:xfrm>
            <a:off x="1052801" y="1896509"/>
            <a:ext cx="3657600" cy="2448542"/>
            <a:chOff x="5031256" y="1217857"/>
            <a:chExt cx="7077456" cy="3983186"/>
          </a:xfrm>
        </p:grpSpPr>
        <p:pic>
          <p:nvPicPr>
            <p:cNvPr id="52" name="combined-cycle-power-plant">
              <a:extLst>
                <a:ext uri="{FF2B5EF4-FFF2-40B4-BE49-F238E27FC236}">
                  <a16:creationId xmlns:a16="http://schemas.microsoft.com/office/drawing/2014/main" id="{6E850F9E-BE13-2C14-5ABF-B06440795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/>
          </p:blipFill>
          <p:spPr>
            <a:xfrm>
              <a:off x="5031256" y="1217857"/>
              <a:ext cx="7077456" cy="3983186"/>
            </a:xfrm>
            <a:prstGeom prst="roundRect">
              <a:avLst/>
            </a:prstGeom>
          </p:spPr>
        </p:pic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D5765E8A-A0FC-FDDD-E9D1-55C7FCEA40F2}"/>
                </a:ext>
              </a:extLst>
            </p:cNvPr>
            <p:cNvSpPr/>
            <p:nvPr/>
          </p:nvSpPr>
          <p:spPr>
            <a:xfrm>
              <a:off x="5031256" y="1217857"/>
              <a:ext cx="7077456" cy="398318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75856E1-0CF0-BE75-B959-33F2DC7662AA}"/>
              </a:ext>
            </a:extLst>
          </p:cNvPr>
          <p:cNvGrpSpPr/>
          <p:nvPr/>
        </p:nvGrpSpPr>
        <p:grpSpPr>
          <a:xfrm>
            <a:off x="7481599" y="1896509"/>
            <a:ext cx="3657600" cy="2450592"/>
            <a:chOff x="5029726" y="1217857"/>
            <a:chExt cx="7078987" cy="3984047"/>
          </a:xfrm>
        </p:grpSpPr>
        <p:pic>
          <p:nvPicPr>
            <p:cNvPr id="56" name="predictive-maintenance-machine">
              <a:extLst>
                <a:ext uri="{FF2B5EF4-FFF2-40B4-BE49-F238E27FC236}">
                  <a16:creationId xmlns:a16="http://schemas.microsoft.com/office/drawing/2014/main" id="{95BA0FBD-CC0F-8926-5AF3-E97E77F5E8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/>
          </p:blipFill>
          <p:spPr>
            <a:xfrm>
              <a:off x="5029726" y="1217857"/>
              <a:ext cx="7078987" cy="3984047"/>
            </a:xfrm>
            <a:prstGeom prst="roundRect">
              <a:avLst/>
            </a:prstGeom>
          </p:spPr>
        </p:pic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2BC557AC-9111-6233-4545-C66CE5BB862A}"/>
                </a:ext>
              </a:extLst>
            </p:cNvPr>
            <p:cNvSpPr/>
            <p:nvPr/>
          </p:nvSpPr>
          <p:spPr>
            <a:xfrm>
              <a:off x="5031256" y="1217857"/>
              <a:ext cx="7077456" cy="398318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097226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852F4-B552-C5A6-41F7-BF544914E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36FF0926-DEF4-309B-3B36-DFD17F0E1C58}"/>
              </a:ext>
            </a:extLst>
          </p:cNvPr>
          <p:cNvSpPr txBox="1">
            <a:spLocks/>
          </p:cNvSpPr>
          <p:nvPr/>
        </p:nvSpPr>
        <p:spPr>
          <a:xfrm>
            <a:off x="9448800" y="657588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33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D8245F7-85F9-4702-A642-E257AAC1794B}" type="slidenum">
              <a:rPr kumimoji="0" lang="en-GB" sz="1333" b="0" i="0" u="none" strike="noStrike" kern="1200" cap="none" spc="0" normalizeH="0" baseline="0" noProof="0" smtClean="0">
                <a:ln>
                  <a:noFill/>
                </a:ln>
                <a:solidFill>
                  <a:srgbClr val="003E74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</a:t>
            </a:fld>
            <a:endParaRPr kumimoji="0" lang="en-GB" sz="1333" b="0" i="0" u="none" strike="noStrike" kern="1200" cap="none" spc="0" normalizeH="0" baseline="0" noProof="0">
              <a:ln>
                <a:noFill/>
              </a:ln>
              <a:solidFill>
                <a:srgbClr val="003E74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5" name="Text Placeholder 3">
            <a:extLst>
              <a:ext uri="{FF2B5EF4-FFF2-40B4-BE49-F238E27FC236}">
                <a16:creationId xmlns:a16="http://schemas.microsoft.com/office/drawing/2014/main" id="{2ECFA577-74CD-A8AA-D824-44C2BC53D3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06021" y="700393"/>
            <a:ext cx="2902691" cy="517464"/>
          </a:xfrm>
        </p:spPr>
        <p:txBody>
          <a:bodyPr>
            <a:noAutofit/>
          </a:bodyPr>
          <a:lstStyle/>
          <a:p>
            <a:r>
              <a:rPr lang="en-US" altLang="zh-CN" sz="2000" noProof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industrial cases</a:t>
            </a:r>
            <a:endParaRPr lang="en-GB" sz="2000" noProof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D134996-788A-2D51-44FB-174D1822A5D2}"/>
              </a:ext>
            </a:extLst>
          </p:cNvPr>
          <p:cNvCxnSpPr>
            <a:cxnSpLocks/>
          </p:cNvCxnSpPr>
          <p:nvPr/>
        </p:nvCxnSpPr>
        <p:spPr>
          <a:xfrm>
            <a:off x="9448800" y="1081548"/>
            <a:ext cx="2743200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B69687E-6792-B050-F543-00C07741F366}"/>
              </a:ext>
            </a:extLst>
          </p:cNvPr>
          <p:cNvSpPr txBox="1"/>
          <p:nvPr/>
        </p:nvSpPr>
        <p:spPr>
          <a:xfrm>
            <a:off x="1241411" y="1562746"/>
            <a:ext cx="3280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CECECE"/>
                </a:solidFill>
              </a:rPr>
              <a:t>Combined-cycle power plant</a:t>
            </a:r>
            <a:endParaRPr lang="en-GB">
              <a:solidFill>
                <a:srgbClr val="CECECE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96EB94A-D4C7-C558-3966-F6558E56A5CA}"/>
              </a:ext>
            </a:extLst>
          </p:cNvPr>
          <p:cNvSpPr txBox="1"/>
          <p:nvPr/>
        </p:nvSpPr>
        <p:spPr>
          <a:xfrm>
            <a:off x="2009909" y="1306053"/>
            <a:ext cx="1743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CECECE"/>
                </a:solidFill>
              </a:rPr>
              <a:t>Case 1</a:t>
            </a:r>
            <a:endParaRPr lang="en-GB" sz="2000" b="1">
              <a:solidFill>
                <a:srgbClr val="CECECE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E6ED7B-C3E9-30B6-CB3F-7E08B147270E}"/>
              </a:ext>
            </a:extLst>
          </p:cNvPr>
          <p:cNvSpPr txBox="1"/>
          <p:nvPr/>
        </p:nvSpPr>
        <p:spPr>
          <a:xfrm>
            <a:off x="8438707" y="1306053"/>
            <a:ext cx="1743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CECECE"/>
                </a:solidFill>
              </a:rPr>
              <a:t>Case 2</a:t>
            </a:r>
            <a:endParaRPr lang="en-GB" sz="2000" b="1">
              <a:solidFill>
                <a:srgbClr val="CECECE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82DF6D-D520-24DF-0A06-D2E287F80035}"/>
              </a:ext>
            </a:extLst>
          </p:cNvPr>
          <p:cNvSpPr txBox="1"/>
          <p:nvPr/>
        </p:nvSpPr>
        <p:spPr>
          <a:xfrm>
            <a:off x="6253539" y="1562746"/>
            <a:ext cx="6113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>
                <a:solidFill>
                  <a:srgbClr val="CECECE"/>
                </a:solidFill>
              </a:rPr>
              <a:t>CNC (computer numerical control) milling machine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287F5E8-2C2C-6A0F-49DA-B33744177CEE}"/>
              </a:ext>
            </a:extLst>
          </p:cNvPr>
          <p:cNvGrpSpPr/>
          <p:nvPr/>
        </p:nvGrpSpPr>
        <p:grpSpPr>
          <a:xfrm>
            <a:off x="1052801" y="1896509"/>
            <a:ext cx="3657600" cy="2448542"/>
            <a:chOff x="5031256" y="1217857"/>
            <a:chExt cx="7077456" cy="3983186"/>
          </a:xfrm>
        </p:grpSpPr>
        <p:pic>
          <p:nvPicPr>
            <p:cNvPr id="52" name="combined-cycle-power-plant">
              <a:extLst>
                <a:ext uri="{FF2B5EF4-FFF2-40B4-BE49-F238E27FC236}">
                  <a16:creationId xmlns:a16="http://schemas.microsoft.com/office/drawing/2014/main" id="{5D376844-FA00-06F7-BF5B-2D547C2D1A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5000"/>
            </a:blip>
            <a:stretch/>
          </p:blipFill>
          <p:spPr>
            <a:xfrm>
              <a:off x="5031256" y="1217857"/>
              <a:ext cx="7077456" cy="3983186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65AF8CF0-FE39-891A-8F5C-860244F841A9}"/>
                </a:ext>
              </a:extLst>
            </p:cNvPr>
            <p:cNvSpPr/>
            <p:nvPr/>
          </p:nvSpPr>
          <p:spPr>
            <a:xfrm>
              <a:off x="5031256" y="1217857"/>
              <a:ext cx="7077456" cy="398318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ECECE"/>
                </a:solidFill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5BEF021-1E2B-C6B2-A40D-286A6556B2F6}"/>
              </a:ext>
            </a:extLst>
          </p:cNvPr>
          <p:cNvGrpSpPr/>
          <p:nvPr/>
        </p:nvGrpSpPr>
        <p:grpSpPr>
          <a:xfrm>
            <a:off x="7481599" y="1896509"/>
            <a:ext cx="3657600" cy="2450592"/>
            <a:chOff x="5029726" y="1217857"/>
            <a:chExt cx="7078987" cy="3984047"/>
          </a:xfrm>
        </p:grpSpPr>
        <p:pic>
          <p:nvPicPr>
            <p:cNvPr id="56" name="predictive-maintenance-machine">
              <a:extLst>
                <a:ext uri="{FF2B5EF4-FFF2-40B4-BE49-F238E27FC236}">
                  <a16:creationId xmlns:a16="http://schemas.microsoft.com/office/drawing/2014/main" id="{FC450E60-06E0-B4BB-98E8-3F48B21C1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5000"/>
            </a:blip>
            <a:stretch/>
          </p:blipFill>
          <p:spPr>
            <a:xfrm>
              <a:off x="5029726" y="1217857"/>
              <a:ext cx="7078987" cy="3984047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E8D0F193-B882-6EB8-A57C-557A69FEDFAF}"/>
                </a:ext>
              </a:extLst>
            </p:cNvPr>
            <p:cNvSpPr/>
            <p:nvPr/>
          </p:nvSpPr>
          <p:spPr>
            <a:xfrm>
              <a:off x="5031256" y="1217857"/>
              <a:ext cx="7077456" cy="398318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ECECE"/>
                </a:solidFill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B5AF113-D9F1-710D-14B8-4610471F451E}"/>
              </a:ext>
            </a:extLst>
          </p:cNvPr>
          <p:cNvGrpSpPr/>
          <p:nvPr/>
        </p:nvGrpSpPr>
        <p:grpSpPr>
          <a:xfrm>
            <a:off x="2123850" y="4436978"/>
            <a:ext cx="1669312" cy="830190"/>
            <a:chOff x="4191886" y="3798332"/>
            <a:chExt cx="1669312" cy="83019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958AE43-52DE-A203-F998-7FA140DFAD65}"/>
                </a:ext>
              </a:extLst>
            </p:cNvPr>
            <p:cNvSpPr/>
            <p:nvPr/>
          </p:nvSpPr>
          <p:spPr>
            <a:xfrm>
              <a:off x="4191886" y="3798332"/>
              <a:ext cx="1669312" cy="830190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8934F38-2E6B-5DAD-3B13-1444D8B07CC2}"/>
                </a:ext>
              </a:extLst>
            </p:cNvPr>
            <p:cNvSpPr txBox="1"/>
            <p:nvPr/>
          </p:nvSpPr>
          <p:spPr>
            <a:xfrm>
              <a:off x="4425803" y="3890261"/>
              <a:ext cx="12014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Historical inputs</a:t>
              </a:r>
              <a:endParaRPr lang="en-GB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3738E0C-E73C-5688-7E81-492028AA4AD9}"/>
              </a:ext>
            </a:extLst>
          </p:cNvPr>
          <p:cNvGrpSpPr/>
          <p:nvPr/>
        </p:nvGrpSpPr>
        <p:grpSpPr>
          <a:xfrm>
            <a:off x="2123850" y="5385023"/>
            <a:ext cx="1669312" cy="830190"/>
            <a:chOff x="768203" y="4365656"/>
            <a:chExt cx="1669312" cy="83019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508913B-BB5D-37F0-58EA-6D636D4BA14A}"/>
                </a:ext>
              </a:extLst>
            </p:cNvPr>
            <p:cNvSpPr/>
            <p:nvPr/>
          </p:nvSpPr>
          <p:spPr>
            <a:xfrm>
              <a:off x="768203" y="4365656"/>
              <a:ext cx="1669312" cy="830190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CE049D-E16D-D777-ADEC-D10D358026B0}"/>
                </a:ext>
              </a:extLst>
            </p:cNvPr>
            <p:cNvSpPr txBox="1"/>
            <p:nvPr/>
          </p:nvSpPr>
          <p:spPr>
            <a:xfrm>
              <a:off x="956931" y="4457585"/>
              <a:ext cx="129185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/>
                <a:t>measured outcomes</a:t>
              </a:r>
              <a:endParaRPr lang="en-GB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CEA2715-0309-7CF7-BFED-CF60A4271269}"/>
              </a:ext>
            </a:extLst>
          </p:cNvPr>
          <p:cNvGrpSpPr/>
          <p:nvPr/>
        </p:nvGrpSpPr>
        <p:grpSpPr>
          <a:xfrm>
            <a:off x="5222702" y="4969927"/>
            <a:ext cx="1669312" cy="830190"/>
            <a:chOff x="4191886" y="3798332"/>
            <a:chExt cx="1669312" cy="83019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AD5668C-AE91-5ECD-C754-45360BE8F0F5}"/>
                </a:ext>
              </a:extLst>
            </p:cNvPr>
            <p:cNvSpPr/>
            <p:nvPr/>
          </p:nvSpPr>
          <p:spPr>
            <a:xfrm>
              <a:off x="4191886" y="3798332"/>
              <a:ext cx="1669312" cy="830190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D1A570C-7C21-A229-1E4E-BF9225D77557}"/>
                </a:ext>
              </a:extLst>
            </p:cNvPr>
            <p:cNvSpPr txBox="1"/>
            <p:nvPr/>
          </p:nvSpPr>
          <p:spPr>
            <a:xfrm>
              <a:off x="4425803" y="3890261"/>
              <a:ext cx="12014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Train model</a:t>
              </a:r>
              <a:endParaRPr lang="en-GB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36EE19-403C-BBCE-A6A3-53B950337A75}"/>
              </a:ext>
            </a:extLst>
          </p:cNvPr>
          <p:cNvGrpSpPr/>
          <p:nvPr/>
        </p:nvGrpSpPr>
        <p:grpSpPr>
          <a:xfrm>
            <a:off x="8321554" y="4969886"/>
            <a:ext cx="1984302" cy="1015259"/>
            <a:chOff x="4191886" y="3798332"/>
            <a:chExt cx="1669312" cy="1015259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F79FF5F-4348-EF81-2C26-B74E013A1E10}"/>
                </a:ext>
              </a:extLst>
            </p:cNvPr>
            <p:cNvSpPr/>
            <p:nvPr/>
          </p:nvSpPr>
          <p:spPr>
            <a:xfrm>
              <a:off x="4191886" y="3798332"/>
              <a:ext cx="1669312" cy="830190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EA083B4-B02F-C529-27C5-FA8B5FD055B4}"/>
                </a:ext>
              </a:extLst>
            </p:cNvPr>
            <p:cNvSpPr txBox="1"/>
            <p:nvPr/>
          </p:nvSpPr>
          <p:spPr>
            <a:xfrm>
              <a:off x="4425803" y="3890261"/>
              <a:ext cx="120147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Predict new outcome</a:t>
              </a:r>
              <a:endParaRPr lang="en-GB"/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E45FD7-3538-EDD6-10B0-58B02489DE47}"/>
              </a:ext>
            </a:extLst>
          </p:cNvPr>
          <p:cNvCxnSpPr>
            <a:cxnSpLocks/>
            <a:stCxn id="3" idx="3"/>
            <a:endCxn id="10" idx="1"/>
          </p:cNvCxnSpPr>
          <p:nvPr/>
        </p:nvCxnSpPr>
        <p:spPr>
          <a:xfrm>
            <a:off x="3793162" y="4852073"/>
            <a:ext cx="1429540" cy="5329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D031C42-49AE-54EB-66B4-F5F6DC21A938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 flipV="1">
            <a:off x="3793162" y="5385022"/>
            <a:ext cx="1429540" cy="4150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4FA7B71-31AA-154B-B1A9-EE48434A5CDF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 flipV="1">
            <a:off x="6892014" y="5384981"/>
            <a:ext cx="1429540" cy="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261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CD5ED-F082-3361-0159-4250DCE8A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74E446D3-ECD6-A4D2-0BB4-0D2C3167C96D}"/>
              </a:ext>
            </a:extLst>
          </p:cNvPr>
          <p:cNvSpPr txBox="1">
            <a:spLocks/>
          </p:cNvSpPr>
          <p:nvPr/>
        </p:nvSpPr>
        <p:spPr>
          <a:xfrm>
            <a:off x="9448800" y="657588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33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D8245F7-85F9-4702-A642-E257AAC1794B}" type="slidenum">
              <a:rPr kumimoji="0" lang="en-GB" sz="1333" b="0" i="0" u="none" strike="noStrike" kern="1200" cap="none" spc="0" normalizeH="0" baseline="0" noProof="0" smtClean="0">
                <a:ln>
                  <a:noFill/>
                </a:ln>
                <a:solidFill>
                  <a:srgbClr val="003E74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</a:t>
            </a:fld>
            <a:endParaRPr kumimoji="0" lang="en-GB" sz="1333" b="0" i="0" u="none" strike="noStrike" kern="1200" cap="none" spc="0" normalizeH="0" baseline="0" noProof="0">
              <a:ln>
                <a:noFill/>
              </a:ln>
              <a:solidFill>
                <a:srgbClr val="003E74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FEF2BB6-72DB-C23E-7BB1-50EEB3EC36F5}"/>
              </a:ext>
            </a:extLst>
          </p:cNvPr>
          <p:cNvSpPr txBox="1">
            <a:spLocks/>
          </p:cNvSpPr>
          <p:nvPr/>
        </p:nvSpPr>
        <p:spPr>
          <a:xfrm>
            <a:off x="5113013" y="700393"/>
            <a:ext cx="6995700" cy="5174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33" b="1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1pPr>
            <a:lvl2pPr marL="60958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2pPr>
            <a:lvl3pPr marL="121917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3pPr>
            <a:lvl4pPr marL="182875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4pPr>
            <a:lvl5pPr marL="243833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000">
                <a:solidFill>
                  <a:schemeClr val="tx1"/>
                </a:solidFill>
              </a:rPr>
              <a:t>Regression models: predicting power-plant output</a:t>
            </a:r>
          </a:p>
          <a:p>
            <a:pPr algn="ctr"/>
            <a:endParaRPr lang="en-GB" sz="20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D6F2CC6-85DD-6B86-3FF5-EBA4A66B01F7}"/>
              </a:ext>
            </a:extLst>
          </p:cNvPr>
          <p:cNvCxnSpPr>
            <a:cxnSpLocks/>
          </p:cNvCxnSpPr>
          <p:nvPr/>
        </p:nvCxnSpPr>
        <p:spPr>
          <a:xfrm>
            <a:off x="5539563" y="1081548"/>
            <a:ext cx="6652437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9D8046A-88CB-9BF6-BBA9-3FF709D24787}"/>
              </a:ext>
            </a:extLst>
          </p:cNvPr>
          <p:cNvSpPr txBox="1"/>
          <p:nvPr/>
        </p:nvSpPr>
        <p:spPr>
          <a:xfrm>
            <a:off x="1711841" y="1217857"/>
            <a:ext cx="8888819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/>
              <a:t>Inputs: temperature, vacuum, pressure and humidity → Output: electrical power in MW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384233E-DDC8-71F0-684E-8DEF20086D3C}"/>
                  </a:ext>
                </a:extLst>
              </p:cNvPr>
              <p:cNvSpPr txBox="1"/>
              <p:nvPr/>
            </p:nvSpPr>
            <p:spPr>
              <a:xfrm>
                <a:off x="504216" y="4099455"/>
                <a:ext cx="2851935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384233E-DDC8-71F0-684E-8DEF20086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216" y="4099455"/>
                <a:ext cx="2851935" cy="390748"/>
              </a:xfrm>
              <a:prstGeom prst="rect">
                <a:avLst/>
              </a:prstGeom>
              <a:blipFill>
                <a:blip r:embed="rId3"/>
                <a:stretch>
                  <a:fillRect t="-461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75F0112-E6AE-FB4C-F6E7-BA78F603F5DE}"/>
              </a:ext>
            </a:extLst>
          </p:cNvPr>
          <p:cNvSpPr txBox="1"/>
          <p:nvPr/>
        </p:nvSpPr>
        <p:spPr>
          <a:xfrm>
            <a:off x="249931" y="4692897"/>
            <a:ext cx="38465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Combines the inputs using a weighted sum.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Simple, fast and interpretable.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Works well when relationships are approximately linear.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0756A-C2A3-04E8-6C2A-72C25BF5B099}"/>
              </a:ext>
            </a:extLst>
          </p:cNvPr>
          <p:cNvSpPr txBox="1"/>
          <p:nvPr/>
        </p:nvSpPr>
        <p:spPr>
          <a:xfrm>
            <a:off x="898492" y="1834393"/>
            <a:ext cx="2000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/>
              <a:t>Linear regression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A5B294-A779-102F-7330-A2F361A8B50D}"/>
              </a:ext>
            </a:extLst>
          </p:cNvPr>
          <p:cNvSpPr txBox="1"/>
          <p:nvPr/>
        </p:nvSpPr>
        <p:spPr>
          <a:xfrm>
            <a:off x="5191897" y="1834393"/>
            <a:ext cx="1552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/>
              <a:t>Decision tree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DE69B3-5D6C-25C3-FDBB-87C619F334FA}"/>
              </a:ext>
            </a:extLst>
          </p:cNvPr>
          <p:cNvSpPr txBox="1"/>
          <p:nvPr/>
        </p:nvSpPr>
        <p:spPr>
          <a:xfrm>
            <a:off x="9293968" y="1834393"/>
            <a:ext cx="177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/>
              <a:t>Neural network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51C7D5-0481-8CE5-3754-758D8EB2C9A8}"/>
              </a:ext>
            </a:extLst>
          </p:cNvPr>
          <p:cNvSpPr txBox="1"/>
          <p:nvPr/>
        </p:nvSpPr>
        <p:spPr>
          <a:xfrm>
            <a:off x="8333320" y="4087643"/>
            <a:ext cx="3775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Inputs → neurons → predicted MW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FC703E-8C12-552C-F1ED-113F537DDE00}"/>
              </a:ext>
            </a:extLst>
          </p:cNvPr>
          <p:cNvSpPr txBox="1"/>
          <p:nvPr/>
        </p:nvSpPr>
        <p:spPr>
          <a:xfrm>
            <a:off x="8431050" y="4653836"/>
            <a:ext cx="38830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Combines many weighted transformations.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Can learn flexible nonlinear relationships.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Requires scaled inputs for reliable training.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3CDDD1-49AE-26BC-D699-C15C66D94F90}"/>
              </a:ext>
            </a:extLst>
          </p:cNvPr>
          <p:cNvSpPr txBox="1"/>
          <p:nvPr/>
        </p:nvSpPr>
        <p:spPr>
          <a:xfrm>
            <a:off x="4034000" y="4692897"/>
            <a:ext cx="42444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Learns a sequence of if–then rules.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Captures nonlinear relationships and interactions.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Deep trees may overfit, so we must control their depth.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F59BE90-B79D-8CF7-1A04-D38D1857B1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184" y="2371912"/>
            <a:ext cx="2520000" cy="141922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8C1B012-0C90-498C-9F9B-4A600DF9AE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3200" y="2422765"/>
            <a:ext cx="3981094" cy="198849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25FC4F7-1814-58E0-9DD2-662011CF0A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7478" y="2371912"/>
            <a:ext cx="2747076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96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9" grpId="0"/>
      <p:bldP spid="11" grpId="0"/>
      <p:bldP spid="13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ACFEA-95D3-6910-0D64-9BF1409E5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3CD0FA38-4FCE-A8AE-3F6B-2B9A489235D6}"/>
              </a:ext>
            </a:extLst>
          </p:cNvPr>
          <p:cNvSpPr txBox="1">
            <a:spLocks/>
          </p:cNvSpPr>
          <p:nvPr/>
        </p:nvSpPr>
        <p:spPr>
          <a:xfrm>
            <a:off x="9448800" y="657588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33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D8245F7-85F9-4702-A642-E257AAC1794B}" type="slidenum">
              <a:rPr kumimoji="0" lang="en-GB" sz="1333" b="0" i="0" u="none" strike="noStrike" kern="1200" cap="none" spc="0" normalizeH="0" baseline="0" noProof="0" smtClean="0">
                <a:ln>
                  <a:noFill/>
                </a:ln>
                <a:solidFill>
                  <a:srgbClr val="003E74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</a:t>
            </a:fld>
            <a:endParaRPr kumimoji="0" lang="en-GB" sz="1333" b="0" i="0" u="none" strike="noStrike" kern="1200" cap="none" spc="0" normalizeH="0" baseline="0" noProof="0">
              <a:ln>
                <a:noFill/>
              </a:ln>
              <a:solidFill>
                <a:srgbClr val="003E74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1C27264-CAD3-FA80-1C06-2BF94482E09B}"/>
              </a:ext>
            </a:extLst>
          </p:cNvPr>
          <p:cNvSpPr txBox="1">
            <a:spLocks/>
          </p:cNvSpPr>
          <p:nvPr/>
        </p:nvSpPr>
        <p:spPr>
          <a:xfrm>
            <a:off x="7304567" y="700393"/>
            <a:ext cx="4804145" cy="5174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33" b="1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1pPr>
            <a:lvl2pPr marL="60958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2pPr>
            <a:lvl3pPr marL="121917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3pPr>
            <a:lvl4pPr marL="182875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4pPr>
            <a:lvl5pPr marL="243833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>
                <a:solidFill>
                  <a:schemeClr val="tx1"/>
                </a:solidFill>
                <a:cs typeface="Arial" panose="020B0604020202020204" pitchFamily="34" charset="0"/>
              </a:rPr>
              <a:t>Case 1: </a:t>
            </a:r>
            <a:r>
              <a:rPr lang="en-US" sz="2000">
                <a:solidFill>
                  <a:schemeClr val="tx1"/>
                </a:solidFill>
              </a:rPr>
              <a:t>Combined-cycle power plant</a:t>
            </a:r>
            <a:endParaRPr lang="en-GB" sz="2000">
              <a:solidFill>
                <a:schemeClr val="tx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A87656-4DD0-FAE4-5FCF-477F8EE5F622}"/>
              </a:ext>
            </a:extLst>
          </p:cNvPr>
          <p:cNvCxnSpPr>
            <a:cxnSpLocks/>
          </p:cNvCxnSpPr>
          <p:nvPr/>
        </p:nvCxnSpPr>
        <p:spPr>
          <a:xfrm>
            <a:off x="7783033" y="1081548"/>
            <a:ext cx="4408967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71C561A-4E03-3370-B337-17ECA22CABB5}"/>
              </a:ext>
            </a:extLst>
          </p:cNvPr>
          <p:cNvGrpSpPr/>
          <p:nvPr/>
        </p:nvGrpSpPr>
        <p:grpSpPr>
          <a:xfrm>
            <a:off x="5031256" y="1217857"/>
            <a:ext cx="7077456" cy="3983186"/>
            <a:chOff x="5031256" y="1217857"/>
            <a:chExt cx="7077456" cy="3983186"/>
          </a:xfrm>
        </p:grpSpPr>
        <p:pic>
          <p:nvPicPr>
            <p:cNvPr id="13" name="combined-cycle-power-plant">
              <a:extLst>
                <a:ext uri="{FF2B5EF4-FFF2-40B4-BE49-F238E27FC236}">
                  <a16:creationId xmlns:a16="http://schemas.microsoft.com/office/drawing/2014/main" id="{EC249B96-019C-FFB5-1DCE-8BD3FD9DF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/>
          </p:blipFill>
          <p:spPr>
            <a:xfrm>
              <a:off x="5031256" y="1217857"/>
              <a:ext cx="7077456" cy="3983186"/>
            </a:xfrm>
            <a:prstGeom prst="roundRect">
              <a:avLst/>
            </a:prstGeom>
          </p:spPr>
        </p:pic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73976D9B-9770-661E-4C36-CB0C6EE32CC6}"/>
                </a:ext>
              </a:extLst>
            </p:cNvPr>
            <p:cNvSpPr/>
            <p:nvPr/>
          </p:nvSpPr>
          <p:spPr>
            <a:xfrm>
              <a:off x="5031256" y="1217857"/>
              <a:ext cx="7077456" cy="398318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0E24453A-E1FA-41E9-BF70-2BA8FD1C6B2C}"/>
              </a:ext>
            </a:extLst>
          </p:cNvPr>
          <p:cNvSpPr txBox="1"/>
          <p:nvPr/>
        </p:nvSpPr>
        <p:spPr>
          <a:xfrm>
            <a:off x="265814" y="1177245"/>
            <a:ext cx="4518838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A gas turbine generates electricity, while its hot exhaust produces steam to drive a second turbine and recover additional power.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Ambient temperature, pressure, humidity and exhaust vacuum influence the plant’s net electrical output.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The goal is to forecast available power in megawatts for day-ahead generation planning.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3492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C407B-FFCF-099E-0175-EE91BFA75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0C696A49-52B9-8E69-CF08-E4B9701DE98D}"/>
              </a:ext>
            </a:extLst>
          </p:cNvPr>
          <p:cNvSpPr txBox="1">
            <a:spLocks/>
          </p:cNvSpPr>
          <p:nvPr/>
        </p:nvSpPr>
        <p:spPr>
          <a:xfrm>
            <a:off x="9448800" y="657588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33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D8245F7-85F9-4702-A642-E257AAC1794B}" type="slidenum">
              <a:rPr kumimoji="0" lang="en-GB" sz="1333" b="0" i="0" u="none" strike="noStrike" kern="1200" cap="none" spc="0" normalizeH="0" baseline="0" noProof="0" smtClean="0">
                <a:ln>
                  <a:noFill/>
                </a:ln>
                <a:solidFill>
                  <a:srgbClr val="003E74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</a:t>
            </a:fld>
            <a:endParaRPr kumimoji="0" lang="en-GB" sz="1333" b="0" i="0" u="none" strike="noStrike" kern="1200" cap="none" spc="0" normalizeH="0" baseline="0" noProof="0">
              <a:ln>
                <a:noFill/>
              </a:ln>
              <a:solidFill>
                <a:srgbClr val="003E74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B5819D47-6F32-8A05-9E6D-F210A5965D42}"/>
              </a:ext>
            </a:extLst>
          </p:cNvPr>
          <p:cNvSpPr txBox="1">
            <a:spLocks/>
          </p:cNvSpPr>
          <p:nvPr/>
        </p:nvSpPr>
        <p:spPr>
          <a:xfrm>
            <a:off x="7304567" y="700393"/>
            <a:ext cx="4804145" cy="5174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33" b="1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1pPr>
            <a:lvl2pPr marL="60958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2pPr>
            <a:lvl3pPr marL="121917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3pPr>
            <a:lvl4pPr marL="182875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4pPr>
            <a:lvl5pPr marL="243833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>
                <a:solidFill>
                  <a:schemeClr val="tx1"/>
                </a:solidFill>
                <a:cs typeface="Arial" panose="020B0604020202020204" pitchFamily="34" charset="0"/>
              </a:rPr>
              <a:t>Case 1: </a:t>
            </a:r>
            <a:r>
              <a:rPr lang="en-US" sz="2000">
                <a:solidFill>
                  <a:schemeClr val="tx1"/>
                </a:solidFill>
              </a:rPr>
              <a:t>Combined-cycle power plant</a:t>
            </a:r>
            <a:endParaRPr lang="en-GB" sz="2000">
              <a:solidFill>
                <a:schemeClr val="tx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4A9856-7F8E-4FDA-733A-7E8E1D7870A6}"/>
              </a:ext>
            </a:extLst>
          </p:cNvPr>
          <p:cNvCxnSpPr>
            <a:cxnSpLocks/>
          </p:cNvCxnSpPr>
          <p:nvPr/>
        </p:nvCxnSpPr>
        <p:spPr>
          <a:xfrm>
            <a:off x="7783033" y="1081548"/>
            <a:ext cx="4408967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F7EE713-2C56-84A6-BCA7-E684676D56E7}"/>
              </a:ext>
            </a:extLst>
          </p:cNvPr>
          <p:cNvGrpSpPr/>
          <p:nvPr/>
        </p:nvGrpSpPr>
        <p:grpSpPr>
          <a:xfrm>
            <a:off x="5031256" y="1217857"/>
            <a:ext cx="7077456" cy="3983186"/>
            <a:chOff x="5031256" y="1217857"/>
            <a:chExt cx="7077456" cy="3983186"/>
          </a:xfrm>
        </p:grpSpPr>
        <p:pic>
          <p:nvPicPr>
            <p:cNvPr id="13" name="combined-cycle-power-plant">
              <a:extLst>
                <a:ext uri="{FF2B5EF4-FFF2-40B4-BE49-F238E27FC236}">
                  <a16:creationId xmlns:a16="http://schemas.microsoft.com/office/drawing/2014/main" id="{16FBE6D0-986D-0A24-10C9-0062BF3E1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/>
          </p:blipFill>
          <p:spPr>
            <a:xfrm>
              <a:off x="5031256" y="1217857"/>
              <a:ext cx="7077456" cy="3983186"/>
            </a:xfrm>
            <a:prstGeom prst="roundRect">
              <a:avLst/>
            </a:prstGeom>
          </p:spPr>
        </p:pic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08D7382F-3AF3-61F7-95CF-8BB1B8043AB0}"/>
                </a:ext>
              </a:extLst>
            </p:cNvPr>
            <p:cNvSpPr/>
            <p:nvPr/>
          </p:nvSpPr>
          <p:spPr>
            <a:xfrm>
              <a:off x="5031256" y="1217857"/>
              <a:ext cx="7077456" cy="398318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FB31C4F-A34B-300A-552D-9B01E81A2245}"/>
              </a:ext>
            </a:extLst>
          </p:cNvPr>
          <p:cNvSpPr txBox="1"/>
          <p:nvPr/>
        </p:nvSpPr>
        <p:spPr>
          <a:xfrm>
            <a:off x="478474" y="3429000"/>
            <a:ext cx="4469493" cy="1708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>
                <a:solidFill>
                  <a:srgbClr val="0000CE"/>
                </a:solidFill>
              </a:rPr>
              <a:t>Inputs</a:t>
            </a:r>
            <a:r>
              <a:rPr lang="en-US" b="1"/>
              <a:t>: </a:t>
            </a:r>
            <a:r>
              <a:rPr lang="en-US"/>
              <a:t>Weather and operating conditions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rgbClr val="0000CE"/>
                </a:solidFill>
              </a:rPr>
              <a:t>Target</a:t>
            </a:r>
            <a:r>
              <a:rPr lang="en-US" b="1"/>
              <a:t>: </a:t>
            </a:r>
            <a:r>
              <a:rPr lang="en-US"/>
              <a:t>Net power output, MW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rgbClr val="0000CE"/>
                </a:solidFill>
              </a:rPr>
              <a:t>Task</a:t>
            </a:r>
            <a:r>
              <a:rPr lang="en-US" b="1"/>
              <a:t>: </a:t>
            </a:r>
            <a:r>
              <a:rPr lang="en-US"/>
              <a:t>Regression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rgbClr val="0000CE"/>
                </a:solidFill>
              </a:rPr>
              <a:t>Decision</a:t>
            </a:r>
            <a:r>
              <a:rPr lang="en-US" b="1"/>
              <a:t>: </a:t>
            </a:r>
            <a:r>
              <a:rPr lang="en-US"/>
              <a:t>How much power to commit?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BBFCFF-67F7-818F-5DF1-EB3D82AC6F2B}"/>
              </a:ext>
            </a:extLst>
          </p:cNvPr>
          <p:cNvSpPr txBox="1"/>
          <p:nvPr/>
        </p:nvSpPr>
        <p:spPr>
          <a:xfrm>
            <a:off x="478475" y="1081548"/>
            <a:ext cx="4469493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>
                <a:solidFill>
                  <a:srgbClr val="0000CE"/>
                </a:solidFill>
              </a:rPr>
              <a:t>Engineering motivation</a:t>
            </a:r>
          </a:p>
          <a:p>
            <a:pPr>
              <a:lnSpc>
                <a:spcPct val="150000"/>
              </a:lnSpc>
            </a:pPr>
            <a:r>
              <a:rPr lang="en-US"/>
              <a:t>Given tomorrow’s weather conditions, how many megawatts can the plant safely promise to the grid?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7203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C8ED7-BE42-E8A6-4667-D2AA09152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38C050AC-286A-BDB4-8407-D0A6183D434B}"/>
              </a:ext>
            </a:extLst>
          </p:cNvPr>
          <p:cNvSpPr txBox="1">
            <a:spLocks/>
          </p:cNvSpPr>
          <p:nvPr/>
        </p:nvSpPr>
        <p:spPr>
          <a:xfrm>
            <a:off x="9448800" y="657588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33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D8245F7-85F9-4702-A642-E257AAC1794B}" type="slidenum">
              <a:rPr kumimoji="0" lang="en-GB" sz="1333" b="0" i="0" u="none" strike="noStrike" kern="1200" cap="none" spc="0" normalizeH="0" baseline="0" noProof="0" smtClean="0">
                <a:ln>
                  <a:noFill/>
                </a:ln>
                <a:solidFill>
                  <a:srgbClr val="003E74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</a:t>
            </a:fld>
            <a:endParaRPr kumimoji="0" lang="en-GB" sz="1333" b="0" i="0" u="none" strike="noStrike" kern="1200" cap="none" spc="0" normalizeH="0" baseline="0" noProof="0">
              <a:ln>
                <a:noFill/>
              </a:ln>
              <a:solidFill>
                <a:srgbClr val="003E74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2A72430-DA35-9D9A-966F-5D2DF514E20D}"/>
              </a:ext>
            </a:extLst>
          </p:cNvPr>
          <p:cNvSpPr txBox="1">
            <a:spLocks/>
          </p:cNvSpPr>
          <p:nvPr/>
        </p:nvSpPr>
        <p:spPr>
          <a:xfrm>
            <a:off x="7304567" y="700393"/>
            <a:ext cx="4804145" cy="5174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33" b="1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1pPr>
            <a:lvl2pPr marL="60958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2pPr>
            <a:lvl3pPr marL="121917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3pPr>
            <a:lvl4pPr marL="182875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4pPr>
            <a:lvl5pPr marL="243833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>
                <a:solidFill>
                  <a:schemeClr val="tx1"/>
                </a:solidFill>
                <a:cs typeface="Arial" panose="020B0604020202020204" pitchFamily="34" charset="0"/>
              </a:rPr>
              <a:t>Case 1: </a:t>
            </a:r>
            <a:r>
              <a:rPr lang="en-US" sz="2000">
                <a:solidFill>
                  <a:schemeClr val="tx1"/>
                </a:solidFill>
              </a:rPr>
              <a:t>Combined-cycle power plant</a:t>
            </a:r>
            <a:endParaRPr lang="en-GB" sz="2000">
              <a:solidFill>
                <a:schemeClr val="tx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FF07004-9EF7-C406-006A-FE807A673E24}"/>
              </a:ext>
            </a:extLst>
          </p:cNvPr>
          <p:cNvCxnSpPr>
            <a:cxnSpLocks/>
          </p:cNvCxnSpPr>
          <p:nvPr/>
        </p:nvCxnSpPr>
        <p:spPr>
          <a:xfrm>
            <a:off x="7783033" y="1081548"/>
            <a:ext cx="4408967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727525F-2A4F-DCAD-A9E4-6C69B4404F06}"/>
              </a:ext>
            </a:extLst>
          </p:cNvPr>
          <p:cNvGrpSpPr/>
          <p:nvPr/>
        </p:nvGrpSpPr>
        <p:grpSpPr>
          <a:xfrm>
            <a:off x="9365512" y="1217857"/>
            <a:ext cx="2743200" cy="1828800"/>
            <a:chOff x="5031256" y="1217857"/>
            <a:chExt cx="7077456" cy="3983186"/>
          </a:xfrm>
        </p:grpSpPr>
        <p:pic>
          <p:nvPicPr>
            <p:cNvPr id="13" name="combined-cycle-power-plant">
              <a:extLst>
                <a:ext uri="{FF2B5EF4-FFF2-40B4-BE49-F238E27FC236}">
                  <a16:creationId xmlns:a16="http://schemas.microsoft.com/office/drawing/2014/main" id="{D79D29E1-FDDF-CA19-A3DD-660C3FA0F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/>
          </p:blipFill>
          <p:spPr>
            <a:xfrm>
              <a:off x="5031256" y="1217857"/>
              <a:ext cx="7077456" cy="3983186"/>
            </a:xfrm>
            <a:prstGeom prst="roundRect">
              <a:avLst/>
            </a:prstGeom>
          </p:spPr>
        </p:pic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A50BB6A3-B9A7-BAAE-2185-F23429FEC9C2}"/>
                </a:ext>
              </a:extLst>
            </p:cNvPr>
            <p:cNvSpPr/>
            <p:nvPr/>
          </p:nvSpPr>
          <p:spPr>
            <a:xfrm>
              <a:off x="5031256" y="1217857"/>
              <a:ext cx="7077456" cy="398318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58A7451-DB1F-5B7A-2840-0D5AE465D25F}"/>
              </a:ext>
            </a:extLst>
          </p:cNvPr>
          <p:cNvSpPr txBox="1"/>
          <p:nvPr/>
        </p:nvSpPr>
        <p:spPr>
          <a:xfrm>
            <a:off x="694670" y="1333062"/>
            <a:ext cx="5397785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Real 480 MW-class combined-cycle power plant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00CE"/>
                </a:solidFill>
              </a:rPr>
              <a:t>9,568</a:t>
            </a:r>
            <a:r>
              <a:rPr lang="en-US"/>
              <a:t> hourly full-load observations</a:t>
            </a:r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AB35829-7F1D-22BD-04BB-4A006279F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323750"/>
              </p:ext>
            </p:extLst>
          </p:nvPr>
        </p:nvGraphicFramePr>
        <p:xfrm>
          <a:off x="694670" y="2650697"/>
          <a:ext cx="5652968" cy="2194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82572">
                  <a:extLst>
                    <a:ext uri="{9D8B030D-6E8A-4147-A177-3AD203B41FA5}">
                      <a16:colId xmlns:a16="http://schemas.microsoft.com/office/drawing/2014/main" val="2372600233"/>
                    </a:ext>
                  </a:extLst>
                </a:gridCol>
                <a:gridCol w="3161792">
                  <a:extLst>
                    <a:ext uri="{9D8B030D-6E8A-4147-A177-3AD203B41FA5}">
                      <a16:colId xmlns:a16="http://schemas.microsoft.com/office/drawing/2014/main" val="3906940825"/>
                    </a:ext>
                  </a:extLst>
                </a:gridCol>
                <a:gridCol w="1308604">
                  <a:extLst>
                    <a:ext uri="{9D8B030D-6E8A-4147-A177-3AD203B41FA5}">
                      <a16:colId xmlns:a16="http://schemas.microsoft.com/office/drawing/2014/main" val="32664254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241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AT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Ambient temperature (°C)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6839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V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Exhaust vacuum (cm Hg)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7217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AP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Ambient pressure (mbar)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7794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RH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Relative humidity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319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solidFill>
                            <a:srgbClr val="0000CE"/>
                          </a:solidFill>
                        </a:rPr>
                        <a:t>PE</a:t>
                      </a:r>
                      <a:endParaRPr lang="en-GB">
                        <a:solidFill>
                          <a:srgbClr val="0000CE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rgbClr val="0000CE"/>
                          </a:solidFill>
                        </a:rPr>
                        <a:t>Net electrical output (MW)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rgbClr val="0000CE"/>
                          </a:solidFill>
                        </a:rPr>
                        <a:t>Target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439133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6117ACE-C608-E357-3E10-79C00A17DB63}"/>
                  </a:ext>
                </a:extLst>
              </p:cNvPr>
              <p:cNvSpPr txBox="1"/>
              <p:nvPr/>
            </p:nvSpPr>
            <p:spPr>
              <a:xfrm>
                <a:off x="3335080" y="5455477"/>
                <a:ext cx="61137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GB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GB" i="0">
                              <a:latin typeface="Cambria Math" panose="02040503050406030204" pitchFamily="18" charset="0"/>
                            </a:rPr>
                            <m:t>AT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GB" i="0">
                              <a:latin typeface="Cambria Math" panose="02040503050406030204" pitchFamily="18" charset="0"/>
                            </a:rPr>
                            <m:t>V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GB" i="0">
                              <a:latin typeface="Cambria Math" panose="02040503050406030204" pitchFamily="18" charset="0"/>
                            </a:rPr>
                            <m:t>AP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GB" i="0">
                              <a:latin typeface="Cambria Math" panose="02040503050406030204" pitchFamily="18" charset="0"/>
                            </a:rPr>
                            <m:t>RH</m:t>
                          </m:r>
                        </m:e>
                      </m:d>
                      <m:r>
                        <a:rPr lang="en-GB" i="0">
                          <a:latin typeface="Cambria Math" panose="02040503050406030204" pitchFamily="18" charset="0"/>
                        </a:rPr>
                        <m:t>⟶</m:t>
                      </m:r>
                      <m:r>
                        <m:rPr>
                          <m:sty m:val="p"/>
                        </m:rPr>
                        <a:rPr lang="en-GB" i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i="0">
                          <a:latin typeface="Cambria Math" panose="02040503050406030204" pitchFamily="18" charset="0"/>
                        </a:rPr>
                        <m:t>PE</m:t>
                      </m:r>
                    </m:oMath>
                  </m:oMathPara>
                </a14:m>
                <a:endParaRPr lang="en-GB">
                  <a:latin typeface="+mj-lt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6117ACE-C608-E357-3E10-79C00A17D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5080" y="5455477"/>
                <a:ext cx="6113720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7420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98496-88AA-C0F1-9637-6A87EED84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8E28DCB-79FC-04EC-24CF-47A21AB33228}"/>
              </a:ext>
            </a:extLst>
          </p:cNvPr>
          <p:cNvSpPr txBox="1">
            <a:spLocks/>
          </p:cNvSpPr>
          <p:nvPr/>
        </p:nvSpPr>
        <p:spPr>
          <a:xfrm>
            <a:off x="9448800" y="657588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33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D8245F7-85F9-4702-A642-E257AAC1794B}" type="slidenum">
              <a:rPr kumimoji="0" lang="en-GB" sz="1333" b="0" i="0" u="none" strike="noStrike" kern="1200" cap="none" spc="0" normalizeH="0" baseline="0" noProof="0" smtClean="0">
                <a:ln>
                  <a:noFill/>
                </a:ln>
                <a:solidFill>
                  <a:srgbClr val="003E74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</a:t>
            </a:fld>
            <a:endParaRPr kumimoji="0" lang="en-GB" sz="1333" b="0" i="0" u="none" strike="noStrike" kern="1200" cap="none" spc="0" normalizeH="0" baseline="0" noProof="0">
              <a:ln>
                <a:noFill/>
              </a:ln>
              <a:solidFill>
                <a:srgbClr val="003E74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CB7382A-D666-F4FE-8D3B-10BEF943B6C7}"/>
              </a:ext>
            </a:extLst>
          </p:cNvPr>
          <p:cNvSpPr txBox="1">
            <a:spLocks/>
          </p:cNvSpPr>
          <p:nvPr/>
        </p:nvSpPr>
        <p:spPr>
          <a:xfrm>
            <a:off x="5113013" y="700393"/>
            <a:ext cx="6995700" cy="5174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33" b="1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1pPr>
            <a:lvl2pPr marL="60958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2pPr>
            <a:lvl3pPr marL="121917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3pPr>
            <a:lvl4pPr marL="182875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4pPr>
            <a:lvl5pPr marL="243833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000">
                <a:solidFill>
                  <a:schemeClr val="tx1"/>
                </a:solidFill>
              </a:rPr>
              <a:t>Classification model: predicting equipment failure</a:t>
            </a:r>
            <a:endParaRPr lang="en-GB" sz="20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A562503-681D-9C50-A825-E0052E10C5BE}"/>
              </a:ext>
            </a:extLst>
          </p:cNvPr>
          <p:cNvCxnSpPr>
            <a:cxnSpLocks/>
          </p:cNvCxnSpPr>
          <p:nvPr/>
        </p:nvCxnSpPr>
        <p:spPr>
          <a:xfrm>
            <a:off x="5560828" y="1081548"/>
            <a:ext cx="6631172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4B15F53-D2FA-97D7-7328-579D5914312D}"/>
              </a:ext>
            </a:extLst>
          </p:cNvPr>
          <p:cNvSpPr txBox="1"/>
          <p:nvPr/>
        </p:nvSpPr>
        <p:spPr>
          <a:xfrm>
            <a:off x="2598150" y="1217857"/>
            <a:ext cx="6995700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/>
              <a:t>Sensor measurements → Failure probability → Maintenance alarm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AC10A0-59A6-E845-4DF7-CB17662CB57E}"/>
              </a:ext>
            </a:extLst>
          </p:cNvPr>
          <p:cNvSpPr txBox="1"/>
          <p:nvPr/>
        </p:nvSpPr>
        <p:spPr>
          <a:xfrm>
            <a:off x="241778" y="4532479"/>
            <a:ext cx="37851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Converts a weighted input score into a probability.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Uses greater class weight for rare failures.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Often catches more failures but may create more false alarms.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555D8C9-B612-9E2A-EAD5-10E7444962AC}"/>
                  </a:ext>
                </a:extLst>
              </p:cNvPr>
              <p:cNvSpPr txBox="1"/>
              <p:nvPr/>
            </p:nvSpPr>
            <p:spPr>
              <a:xfrm>
                <a:off x="745222" y="4006817"/>
                <a:ext cx="27478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GB" i="0">
                              <a:latin typeface="Cambria Math" panose="02040503050406030204" pitchFamily="18" charset="0"/>
                            </a:rPr>
                            <m:t>failure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555D8C9-B612-9E2A-EAD5-10E744496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22" y="4006817"/>
                <a:ext cx="2747804" cy="369332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737FE606-AEE0-E5EE-56B7-17198B568D3A}"/>
              </a:ext>
            </a:extLst>
          </p:cNvPr>
          <p:cNvSpPr txBox="1"/>
          <p:nvPr/>
        </p:nvSpPr>
        <p:spPr>
          <a:xfrm>
            <a:off x="4897700" y="1852940"/>
            <a:ext cx="2566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/>
              <a:t>Decision tree classifier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0A0C5E-7F9B-6608-1130-0BB68C85831F}"/>
              </a:ext>
            </a:extLst>
          </p:cNvPr>
          <p:cNvSpPr txBox="1"/>
          <p:nvPr/>
        </p:nvSpPr>
        <p:spPr>
          <a:xfrm>
            <a:off x="4112992" y="4546539"/>
            <a:ext cx="41361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Uses the same if–then structure as the regression tree.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Classification leaves contain class probabilities rather than MW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Captures nonlinear thresholds without feature scaling.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D65A70-B563-9756-4EEE-A5ADDE6DFC62}"/>
              </a:ext>
            </a:extLst>
          </p:cNvPr>
          <p:cNvSpPr txBox="1"/>
          <p:nvPr/>
        </p:nvSpPr>
        <p:spPr>
          <a:xfrm>
            <a:off x="8335158" y="4630534"/>
            <a:ext cx="361506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Combines predictions from many diverse trees.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Usually more stable than one decision tree.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Used as the candidate alarm model in the exercise.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A15091-0A77-E476-F541-23AB64F54F57}"/>
              </a:ext>
            </a:extLst>
          </p:cNvPr>
          <p:cNvSpPr txBox="1"/>
          <p:nvPr/>
        </p:nvSpPr>
        <p:spPr>
          <a:xfrm>
            <a:off x="9315900" y="1842482"/>
            <a:ext cx="1965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/>
              <a:t>Random forest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309E5C6-22B6-F1C9-68FD-607715972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22" y="2381693"/>
            <a:ext cx="2640000" cy="14400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B2C5B8BA-E531-080F-BBCA-6F0C8A21DFFF}"/>
              </a:ext>
            </a:extLst>
          </p:cNvPr>
          <p:cNvGrpSpPr/>
          <p:nvPr/>
        </p:nvGrpSpPr>
        <p:grpSpPr>
          <a:xfrm>
            <a:off x="8335158" y="2381693"/>
            <a:ext cx="3615064" cy="1914338"/>
            <a:chOff x="4412509" y="4162237"/>
            <a:chExt cx="7047495" cy="3142857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9825635-E120-F619-93ED-AA0489E4B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66930" y="4162237"/>
              <a:ext cx="6295238" cy="3142857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857FC7D-36D0-5457-C384-55AF09DA9D02}"/>
                </a:ext>
              </a:extLst>
            </p:cNvPr>
            <p:cNvSpPr/>
            <p:nvPr/>
          </p:nvSpPr>
          <p:spPr>
            <a:xfrm>
              <a:off x="4412509" y="5528928"/>
              <a:ext cx="636706" cy="3296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AFD220A-31EE-ABA4-DE0C-36AE069D26E6}"/>
                </a:ext>
              </a:extLst>
            </p:cNvPr>
            <p:cNvSpPr/>
            <p:nvPr/>
          </p:nvSpPr>
          <p:spPr>
            <a:xfrm>
              <a:off x="10823298" y="5520000"/>
              <a:ext cx="636706" cy="3296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D0ABB3D1-6320-A66D-FEF0-BA571871DD36}"/>
              </a:ext>
            </a:extLst>
          </p:cNvPr>
          <p:cNvSpPr txBox="1"/>
          <p:nvPr/>
        </p:nvSpPr>
        <p:spPr>
          <a:xfrm>
            <a:off x="568882" y="1834393"/>
            <a:ext cx="3130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/>
              <a:t>Balanced logistic regression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2A18D4B-23C3-AAE5-5653-24FD91263E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4490" y="2311461"/>
            <a:ext cx="3981094" cy="198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401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11" grpId="0"/>
      <p:bldP spid="13" grpId="0"/>
      <p:bldP spid="15" grpId="0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42835-F24F-204B-C24E-10B1D797A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868D9C58-02DF-D5C7-2F8A-21DA6E81B819}"/>
              </a:ext>
            </a:extLst>
          </p:cNvPr>
          <p:cNvSpPr txBox="1">
            <a:spLocks/>
          </p:cNvSpPr>
          <p:nvPr/>
        </p:nvSpPr>
        <p:spPr>
          <a:xfrm>
            <a:off x="9448800" y="657588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33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D8245F7-85F9-4702-A642-E257AAC1794B}" type="slidenum">
              <a:rPr kumimoji="0" lang="en-GB" sz="1333" b="0" i="0" u="none" strike="noStrike" kern="1200" cap="none" spc="0" normalizeH="0" baseline="0" noProof="0" smtClean="0">
                <a:ln>
                  <a:noFill/>
                </a:ln>
                <a:solidFill>
                  <a:srgbClr val="003E74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</a:t>
            </a:fld>
            <a:endParaRPr kumimoji="0" lang="en-GB" sz="1333" b="0" i="0" u="none" strike="noStrike" kern="1200" cap="none" spc="0" normalizeH="0" baseline="0" noProof="0">
              <a:ln>
                <a:noFill/>
              </a:ln>
              <a:solidFill>
                <a:srgbClr val="003E74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D9C5D49-4BBA-AE25-9F21-3AE8A8426CFC}"/>
              </a:ext>
            </a:extLst>
          </p:cNvPr>
          <p:cNvSpPr txBox="1">
            <a:spLocks/>
          </p:cNvSpPr>
          <p:nvPr/>
        </p:nvSpPr>
        <p:spPr>
          <a:xfrm>
            <a:off x="5113013" y="700393"/>
            <a:ext cx="6995700" cy="5174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33" b="1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1pPr>
            <a:lvl2pPr marL="60958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2pPr>
            <a:lvl3pPr marL="121917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3pPr>
            <a:lvl4pPr marL="182875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4pPr>
            <a:lvl5pPr marL="243833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>
                <a:solidFill>
                  <a:schemeClr val="tx1"/>
                </a:solidFill>
                <a:cs typeface="Arial" panose="020B0604020202020204" pitchFamily="34" charset="0"/>
              </a:rPr>
              <a:t>Case 2: </a:t>
            </a:r>
            <a:r>
              <a:rPr lang="en-GB" sz="2000">
                <a:solidFill>
                  <a:schemeClr val="tx1"/>
                </a:solidFill>
              </a:rPr>
              <a:t>CNC (computer numerical control) milling machine</a:t>
            </a:r>
          </a:p>
          <a:p>
            <a:pPr algn="ctr"/>
            <a:endParaRPr lang="en-GB" sz="20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8514796-A561-CA81-9D49-AA426FC78A9A}"/>
              </a:ext>
            </a:extLst>
          </p:cNvPr>
          <p:cNvCxnSpPr>
            <a:cxnSpLocks/>
          </p:cNvCxnSpPr>
          <p:nvPr/>
        </p:nvCxnSpPr>
        <p:spPr>
          <a:xfrm>
            <a:off x="5113013" y="1081548"/>
            <a:ext cx="7078987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7D72BC4-9D7D-18BD-9779-48F95D5A628E}"/>
              </a:ext>
            </a:extLst>
          </p:cNvPr>
          <p:cNvGrpSpPr/>
          <p:nvPr/>
        </p:nvGrpSpPr>
        <p:grpSpPr>
          <a:xfrm>
            <a:off x="5029726" y="1217857"/>
            <a:ext cx="7078987" cy="3984047"/>
            <a:chOff x="5029726" y="1217857"/>
            <a:chExt cx="7078987" cy="3984047"/>
          </a:xfrm>
        </p:grpSpPr>
        <p:pic>
          <p:nvPicPr>
            <p:cNvPr id="13" name="predictive-maintenance-machine">
              <a:extLst>
                <a:ext uri="{FF2B5EF4-FFF2-40B4-BE49-F238E27FC236}">
                  <a16:creationId xmlns:a16="http://schemas.microsoft.com/office/drawing/2014/main" id="{12614836-62C1-FFC6-6592-71523AF03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/>
          </p:blipFill>
          <p:spPr>
            <a:xfrm>
              <a:off x="5029726" y="1217857"/>
              <a:ext cx="7078987" cy="3984047"/>
            </a:xfrm>
            <a:prstGeom prst="roundRect">
              <a:avLst/>
            </a:prstGeom>
          </p:spPr>
        </p:pic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A00F462C-A524-AE31-9517-7A5A2A67E0A8}"/>
                </a:ext>
              </a:extLst>
            </p:cNvPr>
            <p:cNvSpPr/>
            <p:nvPr/>
          </p:nvSpPr>
          <p:spPr>
            <a:xfrm>
              <a:off x="5031256" y="1217857"/>
              <a:ext cx="7077456" cy="398318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EA337A2B-5358-488C-1C61-6F36153F71AD}"/>
              </a:ext>
            </a:extLst>
          </p:cNvPr>
          <p:cNvSpPr txBox="1"/>
          <p:nvPr/>
        </p:nvSpPr>
        <p:spPr>
          <a:xfrm>
            <a:off x="265813" y="1173841"/>
            <a:ext cx="4572001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A milling machine removes material using a rotating cutting tool operating under changing speed, torque, temperature and tool-wear conditions.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Failures are rare and can result from interactions between load, heat, rotational speed and accumulated wear.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The goal is to predict failure risk and decide when to raise a maintenance alarm.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6530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D0F85-25C8-C9A5-2246-847CE2607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4DF378EF-5D98-8286-97EF-49DC4D49B362}"/>
              </a:ext>
            </a:extLst>
          </p:cNvPr>
          <p:cNvSpPr txBox="1">
            <a:spLocks/>
          </p:cNvSpPr>
          <p:nvPr/>
        </p:nvSpPr>
        <p:spPr>
          <a:xfrm>
            <a:off x="9448800" y="657588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33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D8245F7-85F9-4702-A642-E257AAC1794B}" type="slidenum">
              <a:rPr kumimoji="0" lang="en-GB" sz="1333" b="0" i="0" u="none" strike="noStrike" kern="1200" cap="none" spc="0" normalizeH="0" baseline="0" noProof="0" smtClean="0">
                <a:ln>
                  <a:noFill/>
                </a:ln>
                <a:solidFill>
                  <a:srgbClr val="003E74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</a:t>
            </a:fld>
            <a:endParaRPr kumimoji="0" lang="en-GB" sz="1333" b="0" i="0" u="none" strike="noStrike" kern="1200" cap="none" spc="0" normalizeH="0" baseline="0" noProof="0">
              <a:ln>
                <a:noFill/>
              </a:ln>
              <a:solidFill>
                <a:srgbClr val="003E74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9023604-CFE4-0AF1-7720-7CF54DBEE751}"/>
              </a:ext>
            </a:extLst>
          </p:cNvPr>
          <p:cNvSpPr txBox="1">
            <a:spLocks/>
          </p:cNvSpPr>
          <p:nvPr/>
        </p:nvSpPr>
        <p:spPr>
          <a:xfrm>
            <a:off x="5113013" y="700393"/>
            <a:ext cx="6995700" cy="5174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33" b="1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1pPr>
            <a:lvl2pPr marL="60958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2pPr>
            <a:lvl3pPr marL="121917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3pPr>
            <a:lvl4pPr marL="182875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4pPr>
            <a:lvl5pPr marL="243833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>
                <a:solidFill>
                  <a:schemeClr val="tx1"/>
                </a:solidFill>
                <a:cs typeface="Arial" panose="020B0604020202020204" pitchFamily="34" charset="0"/>
              </a:rPr>
              <a:t>Case 2: </a:t>
            </a:r>
            <a:r>
              <a:rPr lang="en-GB" sz="2000">
                <a:solidFill>
                  <a:schemeClr val="tx1"/>
                </a:solidFill>
              </a:rPr>
              <a:t>CNC (computer numerical control) milling machine</a:t>
            </a:r>
          </a:p>
          <a:p>
            <a:pPr algn="ctr"/>
            <a:endParaRPr lang="en-GB" sz="20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1BFEFB-23F6-87D2-2E96-F3BE14D627AC}"/>
              </a:ext>
            </a:extLst>
          </p:cNvPr>
          <p:cNvCxnSpPr>
            <a:cxnSpLocks/>
          </p:cNvCxnSpPr>
          <p:nvPr/>
        </p:nvCxnSpPr>
        <p:spPr>
          <a:xfrm>
            <a:off x="5113013" y="1081548"/>
            <a:ext cx="7078987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6F4E83B-2E1D-3C6C-2DAE-82622D9BC106}"/>
              </a:ext>
            </a:extLst>
          </p:cNvPr>
          <p:cNvGrpSpPr/>
          <p:nvPr/>
        </p:nvGrpSpPr>
        <p:grpSpPr>
          <a:xfrm>
            <a:off x="5029726" y="1217857"/>
            <a:ext cx="7078987" cy="3984047"/>
            <a:chOff x="5029726" y="1217857"/>
            <a:chExt cx="7078987" cy="3984047"/>
          </a:xfrm>
        </p:grpSpPr>
        <p:pic>
          <p:nvPicPr>
            <p:cNvPr id="13" name="predictive-maintenance-machine">
              <a:extLst>
                <a:ext uri="{FF2B5EF4-FFF2-40B4-BE49-F238E27FC236}">
                  <a16:creationId xmlns:a16="http://schemas.microsoft.com/office/drawing/2014/main" id="{4530681E-15BB-C731-9DCC-03F8DC2E6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/>
          </p:blipFill>
          <p:spPr>
            <a:xfrm>
              <a:off x="5029726" y="1217857"/>
              <a:ext cx="7078987" cy="3984047"/>
            </a:xfrm>
            <a:prstGeom prst="roundRect">
              <a:avLst/>
            </a:prstGeom>
          </p:spPr>
        </p:pic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FB2561BC-E8C3-B03C-5BDD-16C8352DA3D5}"/>
                </a:ext>
              </a:extLst>
            </p:cNvPr>
            <p:cNvSpPr/>
            <p:nvPr/>
          </p:nvSpPr>
          <p:spPr>
            <a:xfrm>
              <a:off x="5031256" y="1217857"/>
              <a:ext cx="7077456" cy="398318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AEA4572-41E7-03E1-7630-325287F73C6C}"/>
              </a:ext>
            </a:extLst>
          </p:cNvPr>
          <p:cNvSpPr txBox="1"/>
          <p:nvPr/>
        </p:nvSpPr>
        <p:spPr>
          <a:xfrm>
            <a:off x="443145" y="3429000"/>
            <a:ext cx="4669868" cy="1708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>
                <a:solidFill>
                  <a:srgbClr val="0000CE"/>
                </a:solidFill>
              </a:rPr>
              <a:t>Inputs</a:t>
            </a:r>
            <a:r>
              <a:rPr lang="en-US" b="1"/>
              <a:t>: </a:t>
            </a:r>
            <a:r>
              <a:rPr lang="en-US"/>
              <a:t>Temperature, speed, torque, wear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rgbClr val="0000CE"/>
                </a:solidFill>
              </a:rPr>
              <a:t>Target</a:t>
            </a:r>
            <a:r>
              <a:rPr lang="en-US" b="1"/>
              <a:t>: </a:t>
            </a:r>
            <a:r>
              <a:rPr lang="en-US"/>
              <a:t>Failure or healthy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rgbClr val="0000CE"/>
                </a:solidFill>
              </a:rPr>
              <a:t>Task</a:t>
            </a:r>
            <a:r>
              <a:rPr lang="en-US" b="1"/>
              <a:t>: </a:t>
            </a:r>
            <a:r>
              <a:rPr lang="en-US"/>
              <a:t>Classification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rgbClr val="0000CE"/>
                </a:solidFill>
              </a:rPr>
              <a:t>Decision</a:t>
            </a:r>
            <a:r>
              <a:rPr lang="en-US" b="1"/>
              <a:t>: </a:t>
            </a:r>
            <a:r>
              <a:rPr lang="en-US"/>
              <a:t>Should maintenance be triggered?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4430CD-4B95-6DD7-2A8B-CAE200D01410}"/>
              </a:ext>
            </a:extLst>
          </p:cNvPr>
          <p:cNvSpPr txBox="1"/>
          <p:nvPr/>
        </p:nvSpPr>
        <p:spPr>
          <a:xfrm>
            <a:off x="472529" y="1081548"/>
            <a:ext cx="4487824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>
                <a:solidFill>
                  <a:srgbClr val="0000CE"/>
                </a:solidFill>
              </a:rPr>
              <a:t>Engineering motivation</a:t>
            </a:r>
          </a:p>
          <a:p>
            <a:pPr>
              <a:lnSpc>
                <a:spcPct val="150000"/>
              </a:lnSpc>
            </a:pPr>
            <a:r>
              <a:rPr lang="en-US"/>
              <a:t>Given the current sensor measurements and machine condition, should an alarm be raised for an impending failure?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4806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F4993-5C27-85A5-8748-0F2ADDB51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72A28DD0-7418-17A9-C44E-217FBFE57A0A}"/>
              </a:ext>
            </a:extLst>
          </p:cNvPr>
          <p:cNvSpPr txBox="1">
            <a:spLocks/>
          </p:cNvSpPr>
          <p:nvPr/>
        </p:nvSpPr>
        <p:spPr>
          <a:xfrm>
            <a:off x="9448800" y="657588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33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D8245F7-85F9-4702-A642-E257AAC1794B}" type="slidenum">
              <a:rPr kumimoji="0" lang="en-GB" sz="1333" b="0" i="0" u="none" strike="noStrike" kern="1200" cap="none" spc="0" normalizeH="0" baseline="0" noProof="0" smtClean="0">
                <a:ln>
                  <a:noFill/>
                </a:ln>
                <a:solidFill>
                  <a:srgbClr val="003E74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11</a:t>
            </a:fld>
            <a:endParaRPr kumimoji="0" lang="en-GB" sz="1333" b="0" i="0" u="none" strike="noStrike" kern="1200" cap="none" spc="0" normalizeH="0" baseline="0" noProof="0">
              <a:ln>
                <a:noFill/>
              </a:ln>
              <a:solidFill>
                <a:srgbClr val="003E74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FB1FE97-26A3-FFA7-E192-EEEC3FEF36BD}"/>
              </a:ext>
            </a:extLst>
          </p:cNvPr>
          <p:cNvSpPr txBox="1">
            <a:spLocks/>
          </p:cNvSpPr>
          <p:nvPr/>
        </p:nvSpPr>
        <p:spPr>
          <a:xfrm>
            <a:off x="5113013" y="700393"/>
            <a:ext cx="6995700" cy="5174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33" b="1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1pPr>
            <a:lvl2pPr marL="60958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2pPr>
            <a:lvl3pPr marL="121917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3pPr>
            <a:lvl4pPr marL="182875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4pPr>
            <a:lvl5pPr marL="243833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3E7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>
                <a:solidFill>
                  <a:schemeClr val="tx1"/>
                </a:solidFill>
                <a:cs typeface="Arial" panose="020B0604020202020204" pitchFamily="34" charset="0"/>
              </a:rPr>
              <a:t>Case 2: </a:t>
            </a:r>
            <a:r>
              <a:rPr lang="en-GB" sz="2000">
                <a:solidFill>
                  <a:schemeClr val="tx1"/>
                </a:solidFill>
              </a:rPr>
              <a:t>CNC (computer numerical control) milling machine</a:t>
            </a:r>
          </a:p>
          <a:p>
            <a:pPr algn="ctr"/>
            <a:endParaRPr lang="en-GB" sz="20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DCC1CD-AF63-5628-3056-75E23378A188}"/>
              </a:ext>
            </a:extLst>
          </p:cNvPr>
          <p:cNvCxnSpPr>
            <a:cxnSpLocks/>
          </p:cNvCxnSpPr>
          <p:nvPr/>
        </p:nvCxnSpPr>
        <p:spPr>
          <a:xfrm>
            <a:off x="5113013" y="1081548"/>
            <a:ext cx="7078987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3B8E18C-F1DE-11B5-3790-9AA66C87DE09}"/>
              </a:ext>
            </a:extLst>
          </p:cNvPr>
          <p:cNvGrpSpPr/>
          <p:nvPr/>
        </p:nvGrpSpPr>
        <p:grpSpPr>
          <a:xfrm>
            <a:off x="9365513" y="1217857"/>
            <a:ext cx="2743200" cy="1828800"/>
            <a:chOff x="5029726" y="1217857"/>
            <a:chExt cx="7078987" cy="3984047"/>
          </a:xfrm>
        </p:grpSpPr>
        <p:pic>
          <p:nvPicPr>
            <p:cNvPr id="13" name="predictive-maintenance-machine">
              <a:extLst>
                <a:ext uri="{FF2B5EF4-FFF2-40B4-BE49-F238E27FC236}">
                  <a16:creationId xmlns:a16="http://schemas.microsoft.com/office/drawing/2014/main" id="{74C7E71B-4C57-617D-286E-C99C2EF50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/>
          </p:blipFill>
          <p:spPr>
            <a:xfrm>
              <a:off x="5029726" y="1217857"/>
              <a:ext cx="7078987" cy="3984047"/>
            </a:xfrm>
            <a:prstGeom prst="roundRect">
              <a:avLst/>
            </a:prstGeom>
          </p:spPr>
        </p:pic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9991C8F-B8B8-1D11-C177-2D06C27DAFDA}"/>
                </a:ext>
              </a:extLst>
            </p:cNvPr>
            <p:cNvSpPr/>
            <p:nvPr/>
          </p:nvSpPr>
          <p:spPr>
            <a:xfrm>
              <a:off x="5031256" y="1217857"/>
              <a:ext cx="7077456" cy="398318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86802C3-B944-8780-590F-417D9E38A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358904"/>
              </p:ext>
            </p:extLst>
          </p:nvPr>
        </p:nvGraphicFramePr>
        <p:xfrm>
          <a:off x="694670" y="2365675"/>
          <a:ext cx="8070112" cy="29260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60428">
                  <a:extLst>
                    <a:ext uri="{9D8B030D-6E8A-4147-A177-3AD203B41FA5}">
                      <a16:colId xmlns:a16="http://schemas.microsoft.com/office/drawing/2014/main" val="278842296"/>
                    </a:ext>
                  </a:extLst>
                </a:gridCol>
                <a:gridCol w="3827721">
                  <a:extLst>
                    <a:ext uri="{9D8B030D-6E8A-4147-A177-3AD203B41FA5}">
                      <a16:colId xmlns:a16="http://schemas.microsoft.com/office/drawing/2014/main" val="3235413791"/>
                    </a:ext>
                  </a:extLst>
                </a:gridCol>
                <a:gridCol w="1881963">
                  <a:extLst>
                    <a:ext uri="{9D8B030D-6E8A-4147-A177-3AD203B41FA5}">
                      <a16:colId xmlns:a16="http://schemas.microsoft.com/office/drawing/2014/main" val="13211906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280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Type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Machine type: L, M or 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7239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Air temperature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Ambient air temperature (K)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2846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Process temperature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Machine process temperature (K)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1219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Rotational speed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Tool rotation speed (rpm)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7045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Torque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Applied torque (Nm)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7945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Tool wear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Accumulated tool wear (min)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24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solidFill>
                            <a:srgbClr val="0000CE"/>
                          </a:solidFill>
                        </a:rPr>
                        <a:t>Machine failure</a:t>
                      </a:r>
                      <a:endParaRPr lang="en-GB">
                        <a:solidFill>
                          <a:srgbClr val="0000CE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rgbClr val="0000CE"/>
                          </a:solidFill>
                        </a:rPr>
                        <a:t>Failure: yes or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rgbClr val="0000CE"/>
                          </a:solidFill>
                        </a:rPr>
                        <a:t>Target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270445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1EDA9D-BEAF-00F4-36CD-880DD4C14760}"/>
                  </a:ext>
                </a:extLst>
              </p:cNvPr>
              <p:cNvSpPr txBox="1"/>
              <p:nvPr/>
            </p:nvSpPr>
            <p:spPr>
              <a:xfrm>
                <a:off x="834654" y="5591786"/>
                <a:ext cx="96809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GB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GB" i="0">
                              <a:latin typeface="+mj-lt"/>
                            </a:rPr>
                            <m:t>temperature</m:t>
                          </m:r>
                          <m:r>
                            <m:rPr>
                              <m:nor/>
                            </m:rPr>
                            <a:rPr lang="en-GB" i="0">
                              <a:latin typeface="+mj-lt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GB" i="0">
                              <a:latin typeface="+mj-lt"/>
                            </a:rPr>
                            <m:t>speed</m:t>
                          </m:r>
                          <m:r>
                            <m:rPr>
                              <m:nor/>
                            </m:rPr>
                            <a:rPr lang="en-GB" i="0">
                              <a:latin typeface="+mj-lt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GB" i="0">
                              <a:latin typeface="+mj-lt"/>
                            </a:rPr>
                            <m:t>torque</m:t>
                          </m:r>
                          <m:r>
                            <m:rPr>
                              <m:nor/>
                            </m:rPr>
                            <a:rPr lang="en-GB" i="0">
                              <a:latin typeface="+mj-lt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GB" i="0">
                              <a:latin typeface="+mj-lt"/>
                            </a:rPr>
                            <m:t>wear</m:t>
                          </m:r>
                          <m:r>
                            <m:rPr>
                              <m:nor/>
                            </m:rPr>
                            <a:rPr lang="en-GB" i="0">
                              <a:latin typeface="+mj-lt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GB" i="0">
                              <a:latin typeface="+mj-lt"/>
                            </a:rPr>
                            <m:t>type</m:t>
                          </m:r>
                        </m:e>
                      </m:d>
                      <m:r>
                        <a:rPr lang="en-GB" i="0">
                          <a:latin typeface="Cambria Math" panose="02040503050406030204" pitchFamily="18" charset="0"/>
                        </a:rPr>
                        <m:t>⟶</m:t>
                      </m:r>
                      <m:r>
                        <m:rPr>
                          <m:sty m:val="p"/>
                        </m:rPr>
                        <a:rPr lang="en-GB" i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lit/>
                        </m:rPr>
                        <a:rPr lang="en-GB" i="0">
                          <a:latin typeface="Cambria Math" panose="02040503050406030204" pitchFamily="18" charset="0"/>
                        </a:rPr>
                        <m:t>{</m:t>
                      </m:r>
                      <m:r>
                        <m:rPr>
                          <m:nor/>
                        </m:rPr>
                        <a:rPr lang="en-GB" i="0">
                          <a:latin typeface="+mj-lt"/>
                        </a:rPr>
                        <m:t>healthy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GB" i="0">
                          <a:latin typeface="+mj-lt"/>
                        </a:rPr>
                        <m:t>failure</m:t>
                      </m:r>
                      <m:r>
                        <m:rPr>
                          <m:lit/>
                        </m:rPr>
                        <a:rPr lang="en-GB" i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1EDA9D-BEAF-00F4-36CD-880DD4C14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654" y="5591786"/>
                <a:ext cx="9680945" cy="369332"/>
              </a:xfrm>
              <a:prstGeom prst="rect">
                <a:avLst/>
              </a:prstGeom>
              <a:blipFill>
                <a:blip r:embed="rId4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BFF670A-F70B-BD93-CFD2-A72EFF39E7B6}"/>
              </a:ext>
            </a:extLst>
          </p:cNvPr>
          <p:cNvSpPr txBox="1"/>
          <p:nvPr/>
        </p:nvSpPr>
        <p:spPr>
          <a:xfrm>
            <a:off x="694670" y="1333062"/>
            <a:ext cx="5397785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Physics-based synthetic CNC-machine dataset.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00CE"/>
                </a:solidFill>
              </a:rPr>
              <a:t>10,000</a:t>
            </a:r>
            <a:r>
              <a:rPr lang="en-US"/>
              <a:t> operating records.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5103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argent1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C6C4C4B-1E8F-442E-875B-25B866381075}" vid="{A79E4870-2AAC-41D7-A1F1-D632689432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12FB2C402A804BB8837EC496101909" ma:contentTypeVersion="12" ma:contentTypeDescription="Create a new document." ma:contentTypeScope="" ma:versionID="da60296b4f67ccbdaf3db674ff377a9e">
  <xsd:schema xmlns:xsd="http://www.w3.org/2001/XMLSchema" xmlns:xs="http://www.w3.org/2001/XMLSchema" xmlns:p="http://schemas.microsoft.com/office/2006/metadata/properties" xmlns:ns2="a831ca6f-a420-4110-83c9-86d53b847abf" xmlns:ns3="ff68a9a3-b49b-47d4-b6d5-d25af8a701f2" targetNamespace="http://schemas.microsoft.com/office/2006/metadata/properties" ma:root="true" ma:fieldsID="3605b1befda725059d9a159c99235ab2" ns2:_="" ns3:_="">
    <xsd:import namespace="a831ca6f-a420-4110-83c9-86d53b847abf"/>
    <xsd:import namespace="ff68a9a3-b49b-47d4-b6d5-d25af8a701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31ca6f-a420-4110-83c9-86d53b847a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68a9a3-b49b-47d4-b6d5-d25af8a701f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0DC471F-0D04-4230-B224-F91DA5CFF187}">
  <ds:schemaRefs>
    <ds:schemaRef ds:uri="a831ca6f-a420-4110-83c9-86d53b847abf"/>
    <ds:schemaRef ds:uri="ff68a9a3-b49b-47d4-b6d5-d25af8a701f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8352095-B9C5-4EB2-B4AC-AFAF50369013}">
  <ds:schemaRefs>
    <ds:schemaRef ds:uri="a831ca6f-a420-4110-83c9-86d53b847abf"/>
    <ds:schemaRef ds:uri="ff68a9a3-b49b-47d4-b6d5-d25af8a701f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F7C6DD0-E6BD-4FBF-AA75-0DB1ACC016E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C-Re Talk 1</Template>
  <TotalTime>3</TotalTime>
  <Words>710</Words>
  <Application>Microsoft Office PowerPoint</Application>
  <PresentationFormat>Widescreen</PresentationFormat>
  <Paragraphs>145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 Math</vt:lpstr>
      <vt:lpstr>Imperial Sans Text</vt:lpstr>
      <vt:lpstr>Roboto</vt:lpstr>
      <vt:lpstr>Office Theme</vt:lpstr>
      <vt:lpstr>Supervised Learning Exercise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Dong, Liqiu</dc:creator>
  <cp:lastModifiedBy>Dong, Liqiu</cp:lastModifiedBy>
  <cp:revision>1</cp:revision>
  <dcterms:created xsi:type="dcterms:W3CDTF">2026-05-15T08:10:50Z</dcterms:created>
  <dcterms:modified xsi:type="dcterms:W3CDTF">2026-07-21T12:59:35Z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0x0101008C12FB2C402A804BB8837EC496101909</vt:lpwstr>
  </property>
</Properties>
</file>